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0a7c38aed14e4f" /><Relationship Type="http://schemas.openxmlformats.org/officeDocument/2006/relationships/extended-properties" Target="/docProps/app.xml" Id="R45a2a14989fb4b5c" /><Relationship Type="http://schemas.openxmlformats.org/officeDocument/2006/relationships/officeDocument" Target="/ppt/presentation.xml" Id="R8a7ac159e510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f104d1bf9846a9"/>
  </p:sldMasterIdLst>
  <p:notesMasterIdLst>
    <p:notesMasterId xmlns:r="http://schemas.openxmlformats.org/officeDocument/2006/relationships" r:id="R7b85800208d94eee"/>
  </p:notesMasterIdLst>
  <p:sldIdLst>
    <p:sldId xmlns:r="http://schemas.openxmlformats.org/officeDocument/2006/relationships" id="256" r:id="R05dd12d425604c84"/>
    <p:sldId xmlns:r="http://schemas.openxmlformats.org/officeDocument/2006/relationships" id="257" r:id="R0162022b92f24479"/>
    <p:sldId xmlns:r="http://schemas.openxmlformats.org/officeDocument/2006/relationships" id="258" r:id="R91104dc527fa4920"/>
    <p:sldId xmlns:r="http://schemas.openxmlformats.org/officeDocument/2006/relationships" id="259" r:id="Rd8777ac1dc8c45b0"/>
    <p:sldId xmlns:r="http://schemas.openxmlformats.org/officeDocument/2006/relationships" id="260" r:id="R823e8cc029444c00"/>
    <p:sldId xmlns:r="http://schemas.openxmlformats.org/officeDocument/2006/relationships" id="261" r:id="R4fe23b20bf0f444c"/>
    <p:sldId xmlns:r="http://schemas.openxmlformats.org/officeDocument/2006/relationships" id="262" r:id="Re202853caf314055"/>
    <p:sldId xmlns:r="http://schemas.openxmlformats.org/officeDocument/2006/relationships" id="263" r:id="Reaba04a42958489c"/>
    <p:sldId xmlns:r="http://schemas.openxmlformats.org/officeDocument/2006/relationships" id="264" r:id="Rce1fc580f4fe4d05"/>
    <p:sldId xmlns:r="http://schemas.openxmlformats.org/officeDocument/2006/relationships" id="265" r:id="Rb2708a7886784e31"/>
    <p:sldId xmlns:r="http://schemas.openxmlformats.org/officeDocument/2006/relationships" id="266" r:id="Rfde6bc9a5d8e48af"/>
    <p:sldId xmlns:r="http://schemas.openxmlformats.org/officeDocument/2006/relationships" id="267" r:id="Rcb2392f2936c4729"/>
    <p:sldId xmlns:r="http://schemas.openxmlformats.org/officeDocument/2006/relationships" id="268" r:id="R91adf162fbdf4b91"/>
    <p:sldId xmlns:r="http://schemas.openxmlformats.org/officeDocument/2006/relationships" id="269" r:id="Rbb4cd9d067ab43c4"/>
    <p:sldId xmlns:r="http://schemas.openxmlformats.org/officeDocument/2006/relationships" id="270" r:id="Rc9200205bd304f09"/>
    <p:sldId xmlns:r="http://schemas.openxmlformats.org/officeDocument/2006/relationships" id="271" r:id="Rf5d12fbdcb2a43ec"/>
    <p:sldId xmlns:r="http://schemas.openxmlformats.org/officeDocument/2006/relationships" id="272" r:id="Ra6386f318b3a44d8"/>
    <p:sldId xmlns:r="http://schemas.openxmlformats.org/officeDocument/2006/relationships" id="273" r:id="Reb5b9521497849f1"/>
    <p:sldId xmlns:r="http://schemas.openxmlformats.org/officeDocument/2006/relationships" id="274" r:id="R8e3aa87f342449f0"/>
    <p:sldId xmlns:r="http://schemas.openxmlformats.org/officeDocument/2006/relationships" id="275" r:id="R12d7bfa9536c46d6"/>
    <p:sldId xmlns:r="http://schemas.openxmlformats.org/officeDocument/2006/relationships" id="276" r:id="R6eb2513aa74a45e2"/>
    <p:sldId xmlns:r="http://schemas.openxmlformats.org/officeDocument/2006/relationships" id="277" r:id="Ra530e308c82d4453"/>
    <p:sldId xmlns:r="http://schemas.openxmlformats.org/officeDocument/2006/relationships" id="278" r:id="Ra249da3700b142ab"/>
    <p:sldId xmlns:r="http://schemas.openxmlformats.org/officeDocument/2006/relationships" id="279" r:id="R99d2a0bfa4c3435f"/>
    <p:sldId xmlns:r="http://schemas.openxmlformats.org/officeDocument/2006/relationships" id="280" r:id="Rd2197446797542e5"/>
    <p:sldId xmlns:r="http://schemas.openxmlformats.org/officeDocument/2006/relationships" id="281" r:id="R53ae586f32694f80"/>
    <p:sldId xmlns:r="http://schemas.openxmlformats.org/officeDocument/2006/relationships" id="282" r:id="Rdbabb0b561e94ebf"/>
    <p:sldId xmlns:r="http://schemas.openxmlformats.org/officeDocument/2006/relationships" id="283" r:id="Rbab6f49263a545c9"/>
    <p:sldId xmlns:r="http://schemas.openxmlformats.org/officeDocument/2006/relationships" id="284" r:id="Rfc241123e0b242ab"/>
    <p:sldId xmlns:r="http://schemas.openxmlformats.org/officeDocument/2006/relationships" id="285" r:id="Rdca5c64e85294843"/>
    <p:sldId xmlns:r="http://schemas.openxmlformats.org/officeDocument/2006/relationships" id="286" r:id="R948274b43ac542d9"/>
    <p:sldId xmlns:r="http://schemas.openxmlformats.org/officeDocument/2006/relationships" id="287" r:id="R081314a490a54028"/>
    <p:sldId xmlns:r="http://schemas.openxmlformats.org/officeDocument/2006/relationships" id="288" r:id="Raa86abad361a434d"/>
    <p:sldId xmlns:r="http://schemas.openxmlformats.org/officeDocument/2006/relationships" id="289" r:id="R24f6e69bdbcf4fd9"/>
    <p:sldId xmlns:r="http://schemas.openxmlformats.org/officeDocument/2006/relationships" id="290" r:id="Rb5586ce8c549455c"/>
    <p:sldId xmlns:r="http://schemas.openxmlformats.org/officeDocument/2006/relationships" id="291" r:id="Rf3bfc5db18cb4855"/>
    <p:sldId xmlns:r="http://schemas.openxmlformats.org/officeDocument/2006/relationships" id="292" r:id="R9b030e2edacd4062"/>
    <p:sldId xmlns:r="http://schemas.openxmlformats.org/officeDocument/2006/relationships" id="293" r:id="R0155552addc0467f"/>
    <p:sldId xmlns:r="http://schemas.openxmlformats.org/officeDocument/2006/relationships" id="294" r:id="R5a2705fb865d4358"/>
    <p:sldId xmlns:r="http://schemas.openxmlformats.org/officeDocument/2006/relationships" id="295" r:id="Re632cf62379249d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e8e4b377e4457e" /><Relationship Type="http://schemas.openxmlformats.org/officeDocument/2006/relationships/slideMaster" Target="/ppt/slideMasters/slideMaster1.xml" Id="R8ef104d1bf9846a9" /><Relationship Type="http://schemas.openxmlformats.org/officeDocument/2006/relationships/notesMaster" Target="/ppt/notesMasters/notesMaster1.xml" Id="R7b85800208d94eee" /><Relationship Type="http://schemas.openxmlformats.org/officeDocument/2006/relationships/presProps" Target="/ppt/presProps.xml" Id="R88ff5b13adcd42fa" /><Relationship Type="http://schemas.openxmlformats.org/officeDocument/2006/relationships/tableStyles" Target="/ppt/tableStyles.xml" Id="R007a1a7ed0394397" /><Relationship Type="http://schemas.openxmlformats.org/officeDocument/2006/relationships/slide" Target="/ppt/slides/slide1.xml" Id="R05dd12d425604c84" /><Relationship Type="http://schemas.openxmlformats.org/officeDocument/2006/relationships/slide" Target="/ppt/slides/slide2.xml" Id="R0162022b92f24479" /><Relationship Type="http://schemas.openxmlformats.org/officeDocument/2006/relationships/slide" Target="/ppt/slides/slide3.xml" Id="R91104dc527fa4920" /><Relationship Type="http://schemas.openxmlformats.org/officeDocument/2006/relationships/slide" Target="/ppt/slides/slide4.xml" Id="Rd8777ac1dc8c45b0" /><Relationship Type="http://schemas.openxmlformats.org/officeDocument/2006/relationships/slide" Target="/ppt/slides/slide5.xml" Id="R823e8cc029444c00" /><Relationship Type="http://schemas.openxmlformats.org/officeDocument/2006/relationships/slide" Target="/ppt/slides/slide6.xml" Id="R4fe23b20bf0f444c" /><Relationship Type="http://schemas.openxmlformats.org/officeDocument/2006/relationships/slide" Target="/ppt/slides/slide7.xml" Id="Re202853caf314055" /><Relationship Type="http://schemas.openxmlformats.org/officeDocument/2006/relationships/slide" Target="/ppt/slides/slide8.xml" Id="Reaba04a42958489c" /><Relationship Type="http://schemas.openxmlformats.org/officeDocument/2006/relationships/slide" Target="/ppt/slides/slide9.xml" Id="Rce1fc580f4fe4d05" /><Relationship Type="http://schemas.openxmlformats.org/officeDocument/2006/relationships/slide" Target="/ppt/slides/slide10.xml" Id="Rb2708a7886784e31" /><Relationship Type="http://schemas.openxmlformats.org/officeDocument/2006/relationships/slide" Target="/ppt/slides/slide11.xml" Id="Rfde6bc9a5d8e48af" /><Relationship Type="http://schemas.openxmlformats.org/officeDocument/2006/relationships/slide" Target="/ppt/slides/slide12.xml" Id="Rcb2392f2936c4729" /><Relationship Type="http://schemas.openxmlformats.org/officeDocument/2006/relationships/slide" Target="/ppt/slides/slide13.xml" Id="R91adf162fbdf4b91" /><Relationship Type="http://schemas.openxmlformats.org/officeDocument/2006/relationships/slide" Target="/ppt/slides/slide14.xml" Id="Rbb4cd9d067ab43c4" /><Relationship Type="http://schemas.openxmlformats.org/officeDocument/2006/relationships/slide" Target="/ppt/slides/slide15.xml" Id="Rc9200205bd304f09" /><Relationship Type="http://schemas.openxmlformats.org/officeDocument/2006/relationships/slide" Target="/ppt/slides/slide16.xml" Id="Rf5d12fbdcb2a43ec" /><Relationship Type="http://schemas.openxmlformats.org/officeDocument/2006/relationships/slide" Target="/ppt/slides/slide17.xml" Id="Ra6386f318b3a44d8" /><Relationship Type="http://schemas.openxmlformats.org/officeDocument/2006/relationships/slide" Target="/ppt/slides/slide18.xml" Id="Reb5b9521497849f1" /><Relationship Type="http://schemas.openxmlformats.org/officeDocument/2006/relationships/slide" Target="/ppt/slides/slide19.xml" Id="R8e3aa87f342449f0" /><Relationship Type="http://schemas.openxmlformats.org/officeDocument/2006/relationships/slide" Target="/ppt/slides/slide20.xml" Id="R12d7bfa9536c46d6" /><Relationship Type="http://schemas.openxmlformats.org/officeDocument/2006/relationships/slide" Target="/ppt/slides/slide21.xml" Id="R6eb2513aa74a45e2" /><Relationship Type="http://schemas.openxmlformats.org/officeDocument/2006/relationships/slide" Target="/ppt/slides/slide22.xml" Id="Ra530e308c82d4453" /><Relationship Type="http://schemas.openxmlformats.org/officeDocument/2006/relationships/slide" Target="/ppt/slides/slide23.xml" Id="Ra249da3700b142ab" /><Relationship Type="http://schemas.openxmlformats.org/officeDocument/2006/relationships/slide" Target="/ppt/slides/slide24.xml" Id="R99d2a0bfa4c3435f" /><Relationship Type="http://schemas.openxmlformats.org/officeDocument/2006/relationships/slide" Target="/ppt/slides/slide25.xml" Id="Rd2197446797542e5" /><Relationship Type="http://schemas.openxmlformats.org/officeDocument/2006/relationships/slide" Target="/ppt/slides/slide26.xml" Id="R53ae586f32694f80" /><Relationship Type="http://schemas.openxmlformats.org/officeDocument/2006/relationships/slide" Target="/ppt/slides/slide27.xml" Id="Rdbabb0b561e94ebf" /><Relationship Type="http://schemas.openxmlformats.org/officeDocument/2006/relationships/slide" Target="/ppt/slides/slide28.xml" Id="Rbab6f49263a545c9" /><Relationship Type="http://schemas.openxmlformats.org/officeDocument/2006/relationships/slide" Target="/ppt/slides/slide29.xml" Id="Rfc241123e0b242ab" /><Relationship Type="http://schemas.openxmlformats.org/officeDocument/2006/relationships/slide" Target="/ppt/slides/slide30.xml" Id="Rdca5c64e85294843" /><Relationship Type="http://schemas.openxmlformats.org/officeDocument/2006/relationships/slide" Target="/ppt/slides/slide31.xml" Id="R948274b43ac542d9" /><Relationship Type="http://schemas.openxmlformats.org/officeDocument/2006/relationships/slide" Target="/ppt/slides/slide32.xml" Id="R081314a490a54028" /><Relationship Type="http://schemas.openxmlformats.org/officeDocument/2006/relationships/slide" Target="/ppt/slides/slide33.xml" Id="Raa86abad361a434d" /><Relationship Type="http://schemas.openxmlformats.org/officeDocument/2006/relationships/slide" Target="/ppt/slides/slide34.xml" Id="R24f6e69bdbcf4fd9" /><Relationship Type="http://schemas.openxmlformats.org/officeDocument/2006/relationships/slide" Target="/ppt/slides/slide35.xml" Id="Rb5586ce8c549455c" /><Relationship Type="http://schemas.openxmlformats.org/officeDocument/2006/relationships/slide" Target="/ppt/slides/slide36.xml" Id="Rf3bfc5db18cb4855" /><Relationship Type="http://schemas.openxmlformats.org/officeDocument/2006/relationships/slide" Target="/ppt/slides/slide37.xml" Id="R9b030e2edacd4062" /><Relationship Type="http://schemas.openxmlformats.org/officeDocument/2006/relationships/slide" Target="/ppt/slides/slide38.xml" Id="R0155552addc0467f" /><Relationship Type="http://schemas.openxmlformats.org/officeDocument/2006/relationships/slide" Target="/ppt/slides/slide39.xml" Id="R5a2705fb865d4358" /><Relationship Type="http://schemas.openxmlformats.org/officeDocument/2006/relationships/slide" Target="/ppt/slides/slide40.xml" Id="Re632cf62379249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88e245ddc042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1eb24631934c2f" /><Relationship Type="http://schemas.openxmlformats.org/officeDocument/2006/relationships/notesMaster" Target="/ppt/notesMasters/notesMaster1.xml" Id="R7b89112e4f0148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1e90d800aa4fd5" /><Relationship Type="http://schemas.openxmlformats.org/officeDocument/2006/relationships/notesMaster" Target="/ppt/notesMasters/notesMaster1.xml" Id="R0522af861f5b46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c20f9aecf240d8" /><Relationship Type="http://schemas.openxmlformats.org/officeDocument/2006/relationships/notesMaster" Target="/ppt/notesMasters/notesMaster1.xml" Id="R1cf093de30ba4f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5705b1568e4656" /><Relationship Type="http://schemas.openxmlformats.org/officeDocument/2006/relationships/notesMaster" Target="/ppt/notesMasters/notesMaster1.xml" Id="R156867132ce342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544d7dae0e4e58" /><Relationship Type="http://schemas.openxmlformats.org/officeDocument/2006/relationships/notesMaster" Target="/ppt/notesMasters/notesMaster1.xml" Id="R702baffed2be47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527443f8f44bc" /><Relationship Type="http://schemas.openxmlformats.org/officeDocument/2006/relationships/notesMaster" Target="/ppt/notesMasters/notesMaster1.xml" Id="R45808d049b3349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1394490afb49ec" /><Relationship Type="http://schemas.openxmlformats.org/officeDocument/2006/relationships/notesMaster" Target="/ppt/notesMasters/notesMaster1.xml" Id="R648b33ac636b4b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bd7b32af3e4f85" /><Relationship Type="http://schemas.openxmlformats.org/officeDocument/2006/relationships/notesMaster" Target="/ppt/notesMasters/notesMaster1.xml" Id="R9e8001435ddc46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6ccb1d998748eb" /><Relationship Type="http://schemas.openxmlformats.org/officeDocument/2006/relationships/notesMaster" Target="/ppt/notesMasters/notesMaster1.xml" Id="R7aab4117b79b41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06f349cff5482c" /><Relationship Type="http://schemas.openxmlformats.org/officeDocument/2006/relationships/notesMaster" Target="/ppt/notesMasters/notesMaster1.xml" Id="R0c51809638c24f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3670f049af4a13" /><Relationship Type="http://schemas.openxmlformats.org/officeDocument/2006/relationships/notesMaster" Target="/ppt/notesMasters/notesMaster1.xml" Id="R49b7747f9ca849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2e4843071c40aa" /><Relationship Type="http://schemas.openxmlformats.org/officeDocument/2006/relationships/notesMaster" Target="/ppt/notesMasters/notesMaster1.xml" Id="R80cba80862e24b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cf911915d2b4aea" /><Relationship Type="http://schemas.openxmlformats.org/officeDocument/2006/relationships/notesMaster" Target="/ppt/notesMasters/notesMaster1.xml" Id="Ra61f09e41beb4e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011cff151224add" /><Relationship Type="http://schemas.openxmlformats.org/officeDocument/2006/relationships/notesMaster" Target="/ppt/notesMasters/notesMaster1.xml" Id="R789870b0e2ed4b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0f4625eda94833" /><Relationship Type="http://schemas.openxmlformats.org/officeDocument/2006/relationships/notesMaster" Target="/ppt/notesMasters/notesMaster1.xml" Id="R9bbf32de12b449f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2fe410a34bf4416" /><Relationship Type="http://schemas.openxmlformats.org/officeDocument/2006/relationships/notesMaster" Target="/ppt/notesMasters/notesMaster1.xml" Id="Rdd68ae5bfc034e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4086163b3ea4997" /><Relationship Type="http://schemas.openxmlformats.org/officeDocument/2006/relationships/notesMaster" Target="/ppt/notesMasters/notesMaster1.xml" Id="R7019139fa5854bf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e8fe9573544bc1" /><Relationship Type="http://schemas.openxmlformats.org/officeDocument/2006/relationships/notesMaster" Target="/ppt/notesMasters/notesMaster1.xml" Id="R5a93eb8039104ff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00d940aab124e5d" /><Relationship Type="http://schemas.openxmlformats.org/officeDocument/2006/relationships/notesMaster" Target="/ppt/notesMasters/notesMaster1.xml" Id="Rbcdc653c7aef46f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c622120a6c44f4" /><Relationship Type="http://schemas.openxmlformats.org/officeDocument/2006/relationships/notesMaster" Target="/ppt/notesMasters/notesMaster1.xml" Id="R4da378d9f1724a4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38fa3432d1d4eb7" /><Relationship Type="http://schemas.openxmlformats.org/officeDocument/2006/relationships/notesMaster" Target="/ppt/notesMasters/notesMaster1.xml" Id="R8c0028764d074a6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116d3488a8144a2" /><Relationship Type="http://schemas.openxmlformats.org/officeDocument/2006/relationships/notesMaster" Target="/ppt/notesMasters/notesMaster1.xml" Id="R112cf4d5132b429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999f9e782e244e3" /><Relationship Type="http://schemas.openxmlformats.org/officeDocument/2006/relationships/notesMaster" Target="/ppt/notesMasters/notesMaster1.xml" Id="R9c773d5e4e544b1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e740a1906d34eed" /><Relationship Type="http://schemas.openxmlformats.org/officeDocument/2006/relationships/notesMaster" Target="/ppt/notesMasters/notesMaster1.xml" Id="R37c8851adaad484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c34a8383bb14c6d" /><Relationship Type="http://schemas.openxmlformats.org/officeDocument/2006/relationships/notesMaster" Target="/ppt/notesMasters/notesMaster1.xml" Id="Ra46ff7850449454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c12ee09cf5440ba" /><Relationship Type="http://schemas.openxmlformats.org/officeDocument/2006/relationships/notesMaster" Target="/ppt/notesMasters/notesMaster1.xml" Id="Rc884cedd3db6434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cbcc71bc0074f51" /><Relationship Type="http://schemas.openxmlformats.org/officeDocument/2006/relationships/notesMaster" Target="/ppt/notesMasters/notesMaster1.xml" Id="R66ea2c40fb9a4e3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b32ef3ea4c34450" /><Relationship Type="http://schemas.openxmlformats.org/officeDocument/2006/relationships/notesMaster" Target="/ppt/notesMasters/notesMaster1.xml" Id="R5741903ea1214fb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1d26307b6dc40ac" /><Relationship Type="http://schemas.openxmlformats.org/officeDocument/2006/relationships/notesMaster" Target="/ppt/notesMasters/notesMaster1.xml" Id="R756a032d76b9426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cb37f16279c48a3" /><Relationship Type="http://schemas.openxmlformats.org/officeDocument/2006/relationships/notesMaster" Target="/ppt/notesMasters/notesMaster1.xml" Id="Ra0ae05512dc441d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dce52d19e14248" /><Relationship Type="http://schemas.openxmlformats.org/officeDocument/2006/relationships/notesMaster" Target="/ppt/notesMasters/notesMaster1.xml" Id="R48e9540417bb4eb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fe30e0580574a66" /><Relationship Type="http://schemas.openxmlformats.org/officeDocument/2006/relationships/notesMaster" Target="/ppt/notesMasters/notesMaster1.xml" Id="R3aa00b9f2cb4499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23d71469b9d4dfa" /><Relationship Type="http://schemas.openxmlformats.org/officeDocument/2006/relationships/notesMaster" Target="/ppt/notesMasters/notesMaster1.xml" Id="R3ca3b31d82454ae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6c2e0357cc64e41" /><Relationship Type="http://schemas.openxmlformats.org/officeDocument/2006/relationships/notesMaster" Target="/ppt/notesMasters/notesMaster1.xml" Id="R5ef9d642d4f44b5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84e3afa02e1473f" /><Relationship Type="http://schemas.openxmlformats.org/officeDocument/2006/relationships/notesMaster" Target="/ppt/notesMasters/notesMaster1.xml" Id="R17af368dcae14e7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fee61f7735b4809" /><Relationship Type="http://schemas.openxmlformats.org/officeDocument/2006/relationships/notesMaster" Target="/ppt/notesMasters/notesMaster1.xml" Id="Raeb34b20e3bf4cb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f547f2475a148f1" /><Relationship Type="http://schemas.openxmlformats.org/officeDocument/2006/relationships/notesMaster" Target="/ppt/notesMasters/notesMaster1.xml" Id="Rd058554afb11486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775fe6c9f1b4b4f" /><Relationship Type="http://schemas.openxmlformats.org/officeDocument/2006/relationships/notesMaster" Target="/ppt/notesMasters/notesMaster1.xml" Id="R5b39f0ca6f064d2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ab7fb5846504511" /><Relationship Type="http://schemas.openxmlformats.org/officeDocument/2006/relationships/notesMaster" Target="/ppt/notesMasters/notesMaster1.xml" Id="R43c8f7e14f9d482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078f1f0b7e84896" /><Relationship Type="http://schemas.openxmlformats.org/officeDocument/2006/relationships/notesMaster" Target="/ppt/notesMasters/notesMaster1.xml" Id="Rb1d73817b72040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3737a781274d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f801674b0347ac" /><Relationship Type="http://schemas.openxmlformats.org/officeDocument/2006/relationships/slideLayout" Target="/ppt/slideLayouts/slideLayout1.xml" Id="Rb5769c31bd4b46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769c31bd4b46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3f0ed0614423b" /><Relationship Type="http://schemas.openxmlformats.org/officeDocument/2006/relationships/notesSlide" Target="/ppt/notesSlides/notesSlide1.xml" Id="R7c106653363545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6c31021964201" /><Relationship Type="http://schemas.openxmlformats.org/officeDocument/2006/relationships/notesSlide" Target="/ppt/notesSlides/notesSlide2.xml" Id="Rabf4c3989e1c48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6e690664746ec" /><Relationship Type="http://schemas.openxmlformats.org/officeDocument/2006/relationships/notesSlide" Target="/ppt/notesSlides/notesSlide3.xml" Id="R25778c1cd85643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7e4e8b1ea34c29" /><Relationship Type="http://schemas.openxmlformats.org/officeDocument/2006/relationships/notesSlide" Target="/ppt/notesSlides/notesSlide4.xml" Id="R7700d8722d5f4f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7aa27f6be49af" /><Relationship Type="http://schemas.openxmlformats.org/officeDocument/2006/relationships/notesSlide" Target="/ppt/notesSlides/notesSlide5.xml" Id="R04195e6121e74b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ca4eb8b264e61" /><Relationship Type="http://schemas.openxmlformats.org/officeDocument/2006/relationships/notesSlide" Target="/ppt/notesSlides/notesSlide6.xml" Id="Rfe8cdf8c3bb24d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30d96fc1041b3" /><Relationship Type="http://schemas.openxmlformats.org/officeDocument/2006/relationships/notesSlide" Target="/ppt/notesSlides/notesSlide7.xml" Id="R3447e8bd7fae45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05fc5138c64b24" /><Relationship Type="http://schemas.openxmlformats.org/officeDocument/2006/relationships/notesSlide" Target="/ppt/notesSlides/notesSlide8.xml" Id="R82d65ed4e53543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b9bc389c1407a" /><Relationship Type="http://schemas.openxmlformats.org/officeDocument/2006/relationships/notesSlide" Target="/ppt/notesSlides/notesSlide9.xml" Id="R2e5f4e8e45d840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f9c2dc8654bfb" /><Relationship Type="http://schemas.openxmlformats.org/officeDocument/2006/relationships/notesSlide" Target="/ppt/notesSlides/notesSlide10.xml" Id="R926fa9b2c2c04b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07b01466e4eb3" /><Relationship Type="http://schemas.openxmlformats.org/officeDocument/2006/relationships/notesSlide" Target="/ppt/notesSlides/notesSlide11.xml" Id="R9ab1fe7d55354f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140cdbd1144cf" /><Relationship Type="http://schemas.openxmlformats.org/officeDocument/2006/relationships/notesSlide" Target="/ppt/notesSlides/notesSlide12.xml" Id="Rd5811fff99b046a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ae6c081934aed" /><Relationship Type="http://schemas.openxmlformats.org/officeDocument/2006/relationships/notesSlide" Target="/ppt/notesSlides/notesSlide13.xml" Id="R436a7595b9c947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0504099564090" /><Relationship Type="http://schemas.openxmlformats.org/officeDocument/2006/relationships/notesSlide" Target="/ppt/notesSlides/notesSlide14.xml" Id="R5bdea56a014a4f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6c5a123a34907" /><Relationship Type="http://schemas.openxmlformats.org/officeDocument/2006/relationships/notesSlide" Target="/ppt/notesSlides/notesSlide15.xml" Id="Rbadff376307e41a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a698dc6ca4146" /><Relationship Type="http://schemas.openxmlformats.org/officeDocument/2006/relationships/notesSlide" Target="/ppt/notesSlides/notesSlide16.xml" Id="R54fb307e2a9a4bc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940486d8a409f" /><Relationship Type="http://schemas.openxmlformats.org/officeDocument/2006/relationships/notesSlide" Target="/ppt/notesSlides/notesSlide17.xml" Id="R4e50a1de233541c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a70b5fce14111" /><Relationship Type="http://schemas.openxmlformats.org/officeDocument/2006/relationships/notesSlide" Target="/ppt/notesSlides/notesSlide18.xml" Id="R1aaecfb9fa5449f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715afbd974350" /><Relationship Type="http://schemas.openxmlformats.org/officeDocument/2006/relationships/notesSlide" Target="/ppt/notesSlides/notesSlide19.xml" Id="R4327951549b2410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f20fe8b314bc4" /><Relationship Type="http://schemas.openxmlformats.org/officeDocument/2006/relationships/notesSlide" Target="/ppt/notesSlides/notesSlide20.xml" Id="R56703891c03949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17bd155274c7d" /><Relationship Type="http://schemas.openxmlformats.org/officeDocument/2006/relationships/notesSlide" Target="/ppt/notesSlides/notesSlide21.xml" Id="Rfd5ea365f59a4fd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7391f729a4f5f" /><Relationship Type="http://schemas.openxmlformats.org/officeDocument/2006/relationships/notesSlide" Target="/ppt/notesSlides/notesSlide22.xml" Id="R63120a89714e455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93c0700cc4684" /><Relationship Type="http://schemas.openxmlformats.org/officeDocument/2006/relationships/notesSlide" Target="/ppt/notesSlides/notesSlide23.xml" Id="Rd86fe32d07a842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4dc2befdf433e" /><Relationship Type="http://schemas.openxmlformats.org/officeDocument/2006/relationships/notesSlide" Target="/ppt/notesSlides/notesSlide24.xml" Id="R6cb09311303f4c8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243c14a47440b" /><Relationship Type="http://schemas.openxmlformats.org/officeDocument/2006/relationships/notesSlide" Target="/ppt/notesSlides/notesSlide25.xml" Id="R55fa35885ac24c2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b167bfe044b69" /><Relationship Type="http://schemas.openxmlformats.org/officeDocument/2006/relationships/notesSlide" Target="/ppt/notesSlides/notesSlide26.xml" Id="R2d43c7c9f31a474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c889e5f1c42d0" /><Relationship Type="http://schemas.openxmlformats.org/officeDocument/2006/relationships/notesSlide" Target="/ppt/notesSlides/notesSlide27.xml" Id="Ra7462e9d811e462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d9e2135064b31" /><Relationship Type="http://schemas.openxmlformats.org/officeDocument/2006/relationships/notesSlide" Target="/ppt/notesSlides/notesSlide28.xml" Id="R8361f726c75f478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3fe229f614abf" /><Relationship Type="http://schemas.openxmlformats.org/officeDocument/2006/relationships/notesSlide" Target="/ppt/notesSlides/notesSlide29.xml" Id="R7302a316058c462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f4a64eafb4902" /><Relationship Type="http://schemas.openxmlformats.org/officeDocument/2006/relationships/notesSlide" Target="/ppt/notesSlides/notesSlide30.xml" Id="R2cbd30fd669741d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9a5c2ee434b11" /><Relationship Type="http://schemas.openxmlformats.org/officeDocument/2006/relationships/notesSlide" Target="/ppt/notesSlides/notesSlide31.xml" Id="R5ffc6c72c43048d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d3d0e9a7441b5" /><Relationship Type="http://schemas.openxmlformats.org/officeDocument/2006/relationships/notesSlide" Target="/ppt/notesSlides/notesSlide32.xml" Id="R7aa1214aadac443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6991069bf41e0" /><Relationship Type="http://schemas.openxmlformats.org/officeDocument/2006/relationships/notesSlide" Target="/ppt/notesSlides/notesSlide33.xml" Id="Rce3409fea34b421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34f25fe98487e" /><Relationship Type="http://schemas.openxmlformats.org/officeDocument/2006/relationships/notesSlide" Target="/ppt/notesSlides/notesSlide34.xml" Id="R19f7ccb9c90e41a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cfcaf7a8942c4" /><Relationship Type="http://schemas.openxmlformats.org/officeDocument/2006/relationships/notesSlide" Target="/ppt/notesSlides/notesSlide35.xml" Id="R432d8b74e49d4c2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5869835404670" /><Relationship Type="http://schemas.openxmlformats.org/officeDocument/2006/relationships/notesSlide" Target="/ppt/notesSlides/notesSlide36.xml" Id="Rf33bfe2d3bfe43c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9cb2f3b1740a8" /><Relationship Type="http://schemas.openxmlformats.org/officeDocument/2006/relationships/notesSlide" Target="/ppt/notesSlides/notesSlide37.xml" Id="R8b8fe44614ab4f7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9b886960b42f8" /><Relationship Type="http://schemas.openxmlformats.org/officeDocument/2006/relationships/notesSlide" Target="/ppt/notesSlides/notesSlide38.xml" Id="Rdb66621b8c87449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7e5fea9a04505" /><Relationship Type="http://schemas.openxmlformats.org/officeDocument/2006/relationships/notesSlide" Target="/ppt/notesSlides/notesSlide39.xml" Id="Rccec1e5225e54b3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2929ae92d4110" /><Relationship Type="http://schemas.openxmlformats.org/officeDocument/2006/relationships/notesSlide" Target="/ppt/notesSlides/notesSlide40.xml" Id="Rf520b2b7b34c45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_eyebrow">
            <a:extLst xmlns:a="http://schemas.openxmlformats.org/drawingml/2006/main">
              <a:ext uri="{FF2B5EF4-FFF2-40B4-BE49-F238E27FC236}">
                <a16:creationId xmlns:a16="http://schemas.microsoft.com/office/drawing/2014/main" id="{5D404B2A-DA3A-4BBF-85F5-3D5F9538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数据结构课程设计 · 答辩</a:t>
            </a:r>
          </a:p>
        </p:txBody>
      </p:sp>
      <p:sp>
        <p:nvSpPr>
          <p:cNvPr id="2" name="cover_title">
            <a:extLst xmlns:a="http://schemas.openxmlformats.org/drawingml/2006/main">
              <a:ext uri="{FF2B5EF4-FFF2-40B4-BE49-F238E27FC236}">
                <a16:creationId xmlns:a16="http://schemas.microsoft.com/office/drawing/2014/main" id="{866DF2A2-3B9E-4D4F-98FA-302CBA4E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81125"/>
            <a:ext cx="676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红黑树后端算法</a:t>
            </a:r>
          </a:p>
          <a:p xmlns:a="http://schemas.openxmlformats.org/drawingml/2006/main">
            <a:pPr algn="l">
              <a:defRPr sz="42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设计与修复</a:t>
            </a:r>
          </a:p>
        </p:txBody>
      </p:sp>
      <p:sp>
        <p:nvSpPr>
          <p:cNvPr id="3" name="cover_subtitle">
            <a:extLst xmlns:a="http://schemas.openxmlformats.org/drawingml/2006/main">
              <a:ext uri="{FF2B5EF4-FFF2-40B4-BE49-F238E27FC236}">
                <a16:creationId xmlns:a16="http://schemas.microsoft.com/office/drawing/2014/main" id="{8DB96EFC-C6AC-404E-8FEF-33C22335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625" y="3381375"/>
            <a:ext cx="695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不是背删除分类，而是看清每一段代码究竟改了哪一小块树。EasyX 仅用于结果演示。</a:t>
            </a:r>
          </a:p>
        </p:txBody>
      </p:sp>
      <p:sp>
        <p:nvSpPr>
          <p:cNvPr id="4" name="cover_tree_edge_n10_n5">
            <a:extLst xmlns:a="http://schemas.openxmlformats.org/drawingml/2006/main">
              <a:ext uri="{FF2B5EF4-FFF2-40B4-BE49-F238E27FC236}">
                <a16:creationId xmlns:a16="http://schemas.microsoft.com/office/drawing/2014/main" id="{26C48780-E2BE-48BB-AFD7-5BED7F87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871156">
            <a:off x="8075046" y="2319338"/>
            <a:ext cx="151878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_tree_edge_n10_n15">
            <a:extLst xmlns:a="http://schemas.openxmlformats.org/drawingml/2006/main">
              <a:ext uri="{FF2B5EF4-FFF2-40B4-BE49-F238E27FC236}">
                <a16:creationId xmlns:a16="http://schemas.microsoft.com/office/drawing/2014/main" id="{9E8CCC25-280A-47B5-94E4-39485934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928844">
            <a:off x="9075171" y="2319338"/>
            <a:ext cx="151878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_tree_edge_n5_n3">
            <a:extLst xmlns:a="http://schemas.openxmlformats.org/drawingml/2006/main">
              <a:ext uri="{FF2B5EF4-FFF2-40B4-BE49-F238E27FC236}">
                <a16:creationId xmlns:a16="http://schemas.microsoft.com/office/drawing/2014/main" id="{7D3D3DB1-C00C-451C-837B-21086686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75926">
            <a:off x="7400182" y="3509963"/>
            <a:ext cx="134451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_tree_edge_n5_n7">
            <a:extLst xmlns:a="http://schemas.openxmlformats.org/drawingml/2006/main">
              <a:ext uri="{FF2B5EF4-FFF2-40B4-BE49-F238E27FC236}">
                <a16:creationId xmlns:a16="http://schemas.microsoft.com/office/drawing/2014/main" id="{4DBFB747-102C-4C57-A8EA-BD496136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024074">
            <a:off x="7924057" y="3509963"/>
            <a:ext cx="134451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_tree_edge_n15_n12">
            <a:extLst xmlns:a="http://schemas.openxmlformats.org/drawingml/2006/main">
              <a:ext uri="{FF2B5EF4-FFF2-40B4-BE49-F238E27FC236}">
                <a16:creationId xmlns:a16="http://schemas.microsoft.com/office/drawing/2014/main" id="{F8E957D5-1406-4D8A-8D40-37DE954A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75926">
            <a:off x="9400432" y="3509963"/>
            <a:ext cx="134451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_tree_edge_n15_n18">
            <a:extLst xmlns:a="http://schemas.openxmlformats.org/drawingml/2006/main">
              <a:ext uri="{FF2B5EF4-FFF2-40B4-BE49-F238E27FC236}">
                <a16:creationId xmlns:a16="http://schemas.microsoft.com/office/drawing/2014/main" id="{FF7CF74B-A87B-4937-8BA0-B486D1D1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024074">
            <a:off x="9924307" y="3509963"/>
            <a:ext cx="134451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_tree_n10">
            <a:extLst xmlns:a="http://schemas.openxmlformats.org/drawingml/2006/main">
              <a:ext uri="{FF2B5EF4-FFF2-40B4-BE49-F238E27FC236}">
                <a16:creationId xmlns:a16="http://schemas.microsoft.com/office/drawing/2014/main" id="{27390DC3-112D-430A-9EF6-50838CB9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96375" y="1524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cover_tree_n10_label">
            <a:extLst xmlns:a="http://schemas.openxmlformats.org/drawingml/2006/main">
              <a:ext uri="{FF2B5EF4-FFF2-40B4-BE49-F238E27FC236}">
                <a16:creationId xmlns:a16="http://schemas.microsoft.com/office/drawing/2014/main" id="{BCB9DE47-F0C0-43E9-BE87-A839734C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4475" y="1638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2" name="cover_tree_n5">
            <a:extLst xmlns:a="http://schemas.openxmlformats.org/drawingml/2006/main">
              <a:ext uri="{FF2B5EF4-FFF2-40B4-BE49-F238E27FC236}">
                <a16:creationId xmlns:a16="http://schemas.microsoft.com/office/drawing/2014/main" id="{C2C53BDB-E932-4F42-9430-5DA58DBA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667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cover_tree_n5_label">
            <a:extLst xmlns:a="http://schemas.openxmlformats.org/drawingml/2006/main">
              <a:ext uri="{FF2B5EF4-FFF2-40B4-BE49-F238E27FC236}">
                <a16:creationId xmlns:a16="http://schemas.microsoft.com/office/drawing/2014/main" id="{3FD57D4A-D6C0-40E3-86C8-C13B3815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781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4" name="cover_tree_n15">
            <a:extLst xmlns:a="http://schemas.openxmlformats.org/drawingml/2006/main">
              <a:ext uri="{FF2B5EF4-FFF2-40B4-BE49-F238E27FC236}">
                <a16:creationId xmlns:a16="http://schemas.microsoft.com/office/drawing/2014/main" id="{8E9E021F-F995-4B0B-83EC-DA39FF7D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2667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cover_tree_n15_label">
            <a:extLst xmlns:a="http://schemas.openxmlformats.org/drawingml/2006/main">
              <a:ext uri="{FF2B5EF4-FFF2-40B4-BE49-F238E27FC236}">
                <a16:creationId xmlns:a16="http://schemas.microsoft.com/office/drawing/2014/main" id="{A3DC73FB-D088-4C81-AF5D-891C380C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2781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6" name="cover_tree_n3">
            <a:extLst xmlns:a="http://schemas.openxmlformats.org/drawingml/2006/main">
              <a:ext uri="{FF2B5EF4-FFF2-40B4-BE49-F238E27FC236}">
                <a16:creationId xmlns:a16="http://schemas.microsoft.com/office/drawing/2014/main" id="{6D3B8EF3-CD50-44BB-88F9-DC640FEC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905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cover_tree_n3_label">
            <a:extLst xmlns:a="http://schemas.openxmlformats.org/drawingml/2006/main">
              <a:ext uri="{FF2B5EF4-FFF2-40B4-BE49-F238E27FC236}">
                <a16:creationId xmlns:a16="http://schemas.microsoft.com/office/drawing/2014/main" id="{99ACFF0B-66DF-4292-A619-86203ED4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0475" y="4019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cover_tree_n7">
            <a:extLst xmlns:a="http://schemas.openxmlformats.org/drawingml/2006/main">
              <a:ext uri="{FF2B5EF4-FFF2-40B4-BE49-F238E27FC236}">
                <a16:creationId xmlns:a16="http://schemas.microsoft.com/office/drawing/2014/main" id="{602AF0F4-91D7-45CE-AB4A-E90419EF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0125" y="3905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cover_tree_n7_label">
            <a:extLst xmlns:a="http://schemas.openxmlformats.org/drawingml/2006/main">
              <a:ext uri="{FF2B5EF4-FFF2-40B4-BE49-F238E27FC236}">
                <a16:creationId xmlns:a16="http://schemas.microsoft.com/office/drawing/2014/main" id="{4CE725C5-88C5-427F-A162-345F5444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4019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cover_tree_n12">
            <a:extLst xmlns:a="http://schemas.openxmlformats.org/drawingml/2006/main">
              <a:ext uri="{FF2B5EF4-FFF2-40B4-BE49-F238E27FC236}">
                <a16:creationId xmlns:a16="http://schemas.microsoft.com/office/drawing/2014/main" id="{150EF205-274E-4F8F-B4D3-EDE237BB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72625" y="3905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cover_tree_n12_label">
            <a:extLst xmlns:a="http://schemas.openxmlformats.org/drawingml/2006/main">
              <a:ext uri="{FF2B5EF4-FFF2-40B4-BE49-F238E27FC236}">
                <a16:creationId xmlns:a16="http://schemas.microsoft.com/office/drawing/2014/main" id="{728D9889-17D6-47EF-B7E0-3E7D966F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10725" y="4019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2" name="cover_tree_n18">
            <a:extLst xmlns:a="http://schemas.openxmlformats.org/drawingml/2006/main">
              <a:ext uri="{FF2B5EF4-FFF2-40B4-BE49-F238E27FC236}">
                <a16:creationId xmlns:a16="http://schemas.microsoft.com/office/drawing/2014/main" id="{FE8B2938-AF2D-4E14-AE4B-8ABA3C58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20375" y="3905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cover_tree_n18_label">
            <a:extLst xmlns:a="http://schemas.openxmlformats.org/drawingml/2006/main">
              <a:ext uri="{FF2B5EF4-FFF2-40B4-BE49-F238E27FC236}">
                <a16:creationId xmlns:a16="http://schemas.microsoft.com/office/drawing/2014/main" id="{C050D994-5712-491F-A7BA-6F23BABA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58475" y="4019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24" name="cover_bottom_rule">
            <a:extLst xmlns:a="http://schemas.openxmlformats.org/drawingml/2006/main">
              <a:ext uri="{FF2B5EF4-FFF2-40B4-BE49-F238E27FC236}">
                <a16:creationId xmlns:a16="http://schemas.microsoft.com/office/drawing/2014/main" id="{EC5D0052-5F09-4EEE-9936-28A43645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72452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over_meta">
            <a:extLst xmlns:a="http://schemas.openxmlformats.org/drawingml/2006/main">
              <a:ext uri="{FF2B5EF4-FFF2-40B4-BE49-F238E27FC236}">
                <a16:creationId xmlns:a16="http://schemas.microsoft.com/office/drawing/2014/main" id="{B7B9B1E5-56AB-4ACB-8609-35D5E382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53125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答辩重点：src/rbtree.h 后端算法  |  EasyX 仅用于运行演示  |  验证：39 项测试</a:t>
            </a:r>
          </a:p>
        </p:txBody>
      </p:sp>
      <p:sp>
        <p:nvSpPr>
          <p:cNvPr id="26" name="cover_footer">
            <a:extLst xmlns:a="http://schemas.openxmlformats.org/drawingml/2006/main">
              <a:ext uri="{FF2B5EF4-FFF2-40B4-BE49-F238E27FC236}">
                <a16:creationId xmlns:a16="http://schemas.microsoft.com/office/drawing/2014/main" id="{D3DE824D-AE78-402B-9196-9E679548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043868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">
            <a:extLst xmlns:a="http://schemas.openxmlformats.org/drawingml/2006/main">
              <a:ext uri="{FF2B5EF4-FFF2-40B4-BE49-F238E27FC236}">
                <a16:creationId xmlns:a16="http://schemas.microsoft.com/office/drawing/2014/main" id="{5FA8B5AD-58B3-4A92-8855-713D448D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01 · 项目背景</a:t>
            </a:r>
          </a:p>
        </p:txBody>
      </p:sp>
      <p:sp>
        <p:nvSpPr>
          <p:cNvPr id="2" name="heading_2">
            <a:extLst xmlns:a="http://schemas.openxmlformats.org/drawingml/2006/main">
              <a:ext uri="{FF2B5EF4-FFF2-40B4-BE49-F238E27FC236}">
                <a16:creationId xmlns:a16="http://schemas.microsoft.com/office/drawing/2014/main" id="{35B81394-5A11-4C34-8AAE-59148975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这个项目真正要解决的，不只是“写出一棵红黑树”</a:t>
            </a:r>
          </a:p>
        </p:txBody>
      </p:sp>
      <p:sp>
        <p:nvSpPr>
          <p:cNvPr id="3" name="rule_2">
            <a:extLst xmlns:a="http://schemas.openxmlformats.org/drawingml/2006/main">
              <a:ext uri="{FF2B5EF4-FFF2-40B4-BE49-F238E27FC236}">
                <a16:creationId xmlns:a16="http://schemas.microsoft.com/office/drawing/2014/main" id="{E6048D8F-422F-47EA-BE97-85CA49A4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">
            <a:extLst xmlns:a="http://schemas.openxmlformats.org/drawingml/2006/main">
              <a:ext uri="{FF2B5EF4-FFF2-40B4-BE49-F238E27FC236}">
                <a16:creationId xmlns:a16="http://schemas.microsoft.com/office/drawing/2014/main" id="{1277C49D-3EBF-479E-B610-E8D87C44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question_2_42">
            <a:extLst xmlns:a="http://schemas.openxmlformats.org/drawingml/2006/main">
              <a:ext uri="{FF2B5EF4-FFF2-40B4-BE49-F238E27FC236}">
                <a16:creationId xmlns:a16="http://schemas.microsoft.com/office/drawing/2014/main" id="{18E1DCA1-DC57-43BC-A5D5-9AA300B5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为什么普通二叉搜索树还不够？</a:t>
            </a:r>
          </a:p>
        </p:txBody>
      </p:sp>
      <p:sp>
        <p:nvSpPr>
          <p:cNvPr id="6" name="reason_bar_2_42">
            <a:extLst xmlns:a="http://schemas.openxmlformats.org/drawingml/2006/main">
              <a:ext uri="{FF2B5EF4-FFF2-40B4-BE49-F238E27FC236}">
                <a16:creationId xmlns:a16="http://schemas.microsoft.com/office/drawing/2014/main" id="{F855C5E1-3AE0-4F12-9E9B-6AC80BB5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2_42">
            <a:extLst xmlns:a="http://schemas.openxmlformats.org/drawingml/2006/main">
              <a:ext uri="{FF2B5EF4-FFF2-40B4-BE49-F238E27FC236}">
                <a16:creationId xmlns:a16="http://schemas.microsoft.com/office/drawing/2014/main" id="{1C4BACFE-52FD-406A-B65A-D6481C28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048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因为它只规定了左边小、右边大，却没有规定树应该长得多高。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如果输入恰好是 1、2、3、4、5，普通二叉搜索树会一路向右长成链表。查找 5 不再是沿几层下降，而是把前面的节点全走一遍。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所以这里需要的不是“绝对平衡”，而是一个更现实的目标：每次插入和删除只改动局部，同时把整棵树的高度压在 O(log n)。</a:t>
            </a:r>
          </a:p>
        </p:txBody>
      </p:sp>
      <p:sp>
        <p:nvSpPr>
          <p:cNvPr id="8" name="question_2_665">
            <a:extLst xmlns:a="http://schemas.openxmlformats.org/drawingml/2006/main">
              <a:ext uri="{FF2B5EF4-FFF2-40B4-BE49-F238E27FC236}">
                <a16:creationId xmlns:a16="http://schemas.microsoft.com/office/drawing/2014/main" id="{861742AD-082A-499A-8089-BA6C5D1B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6954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rPr>
              <a:t>为什么还保留 EasyX 演示？</a:t>
            </a:r>
          </a:p>
        </p:txBody>
      </p:sp>
      <p:sp>
        <p:nvSpPr>
          <p:cNvPr id="9" name="reason_bar_2_665">
            <a:extLst xmlns:a="http://schemas.openxmlformats.org/drawingml/2006/main">
              <a:ext uri="{FF2B5EF4-FFF2-40B4-BE49-F238E27FC236}">
                <a16:creationId xmlns:a16="http://schemas.microsoft.com/office/drawing/2014/main" id="{4C5FC946-05E3-440E-97F8-34D14DBB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ason_body_2_665">
            <a:extLst xmlns:a="http://schemas.openxmlformats.org/drawingml/2006/main">
              <a:ext uri="{FF2B5EF4-FFF2-40B4-BE49-F238E27FC236}">
                <a16:creationId xmlns:a16="http://schemas.microsoft.com/office/drawing/2014/main" id="{43FAB57D-7CF9-4D41-A5D0-8740DCB0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2725" y="2419350"/>
            <a:ext cx="49530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红黑树最难的地方不是调用 insert 或 remove，而是旋转以后谁成了父亲、哪一块局部结构发生了变化。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EasyX 在这里仅作为结果展示：输入 key，观察后端操作完成后的树形与颜色。答辩主体仍然回到 rbtree.h，解释判断条件、换色、旋转和不变量。</a:t>
            </a:r>
          </a:p>
        </p:txBody>
      </p:sp>
    </p:spTree>
    <p:extLst>
      <p:ext uri="{BB962C8B-B14F-4D97-AF65-F5344CB8AC3E}">
        <p14:creationId xmlns:p14="http://schemas.microsoft.com/office/powerpoint/2010/main" val="137902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">
            <a:extLst xmlns:a="http://schemas.openxmlformats.org/drawingml/2006/main">
              <a:ext uri="{FF2B5EF4-FFF2-40B4-BE49-F238E27FC236}">
                <a16:creationId xmlns:a16="http://schemas.microsoft.com/office/drawing/2014/main" id="{DAFFFE90-FFA8-4CEA-8109-C66903E1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01 · 项目背景</a:t>
            </a:r>
          </a:p>
        </p:txBody>
      </p:sp>
      <p:sp>
        <p:nvSpPr>
          <p:cNvPr id="2" name="heading_3">
            <a:extLst xmlns:a="http://schemas.openxmlformats.org/drawingml/2006/main">
              <a:ext uri="{FF2B5EF4-FFF2-40B4-BE49-F238E27FC236}">
                <a16:creationId xmlns:a16="http://schemas.microsoft.com/office/drawing/2014/main" id="{34FC2854-B43C-4A3B-A342-E826ADAA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课程目标被拆成三条互相验证的数据流</a:t>
            </a:r>
          </a:p>
        </p:txBody>
      </p:sp>
      <p:sp>
        <p:nvSpPr>
          <p:cNvPr id="3" name="rule_3">
            <a:extLst xmlns:a="http://schemas.openxmlformats.org/drawingml/2006/main">
              <a:ext uri="{FF2B5EF4-FFF2-40B4-BE49-F238E27FC236}">
                <a16:creationId xmlns:a16="http://schemas.microsoft.com/office/drawing/2014/main" id="{F3D0FE8B-8557-4DF3-9D5F-3CA4B3CE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">
            <a:extLst xmlns:a="http://schemas.openxmlformats.org/drawingml/2006/main">
              <a:ext uri="{FF2B5EF4-FFF2-40B4-BE49-F238E27FC236}">
                <a16:creationId xmlns:a16="http://schemas.microsoft.com/office/drawing/2014/main" id="{33EAD063-998E-4BEF-93A4-160E1E4E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question_3_42">
            <a:extLst xmlns:a="http://schemas.openxmlformats.org/drawingml/2006/main">
              <a:ext uri="{FF2B5EF4-FFF2-40B4-BE49-F238E27FC236}">
                <a16:creationId xmlns:a16="http://schemas.microsoft.com/office/drawing/2014/main" id="{9F0620EB-C243-4A91-8B42-AC11D6C9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第一条：算法要能独立运行</a:t>
            </a:r>
          </a:p>
        </p:txBody>
      </p:sp>
      <p:sp>
        <p:nvSpPr>
          <p:cNvPr id="6" name="reason_bar_3_42">
            <a:extLst xmlns:a="http://schemas.openxmlformats.org/drawingml/2006/main">
              <a:ext uri="{FF2B5EF4-FFF2-40B4-BE49-F238E27FC236}">
                <a16:creationId xmlns:a16="http://schemas.microsoft.com/office/drawing/2014/main" id="{C5AD5386-B5E7-4F2A-A765-5F9E6A2A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_42">
            <a:extLst xmlns:a="http://schemas.openxmlformats.org/drawingml/2006/main">
              <a:ext uri="{FF2B5EF4-FFF2-40B4-BE49-F238E27FC236}">
                <a16:creationId xmlns:a16="http://schemas.microsoft.com/office/drawing/2014/main" id="{D8FA488C-13BA-4D0F-997B-CABBD170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304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RBTree&lt;int&gt; 不知道 EasyX 是什么。它只维护 key、颜色和父子指针，并提供 contains、insert、remove、iterator。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这样数据测试不需要图形库，算法错误也不会被界面问题掩盖。</a:t>
            </a:r>
          </a:p>
        </p:txBody>
      </p:sp>
      <p:sp>
        <p:nvSpPr>
          <p:cNvPr id="8" name="question_3_465">
            <a:extLst xmlns:a="http://schemas.openxmlformats.org/drawingml/2006/main">
              <a:ext uri="{FF2B5EF4-FFF2-40B4-BE49-F238E27FC236}">
                <a16:creationId xmlns:a16="http://schemas.microsoft.com/office/drawing/2014/main" id="{ECD17750-1346-42A2-8507-8DC84B2C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16954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第二条：演示界面不参与算法</a:t>
            </a:r>
          </a:p>
        </p:txBody>
      </p:sp>
      <p:sp>
        <p:nvSpPr>
          <p:cNvPr id="9" name="reason_bar_3_465">
            <a:extLst xmlns:a="http://schemas.openxmlformats.org/drawingml/2006/main">
              <a:ext uri="{FF2B5EF4-FFF2-40B4-BE49-F238E27FC236}">
                <a16:creationId xmlns:a16="http://schemas.microsoft.com/office/drawing/2014/main" id="{DC116D5D-E4B8-46DB-A806-C8D07C4D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2305050"/>
            <a:ext cx="66675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ason_body_3_465">
            <a:extLst xmlns:a="http://schemas.openxmlformats.org/drawingml/2006/main">
              <a:ext uri="{FF2B5EF4-FFF2-40B4-BE49-F238E27FC236}">
                <a16:creationId xmlns:a16="http://schemas.microsoft.com/office/drawing/2014/main" id="{59C4D111-1484-43BB-86FF-2AD67A6D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57725" y="2419350"/>
            <a:ext cx="304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程序使用 EasyX 显示操作后的树形，但本次答辩不展开界面实现。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演示时只把它当成观察窗口：点击插入或删除，重点解释后端经历了哪种换色、旋转与黑高修复。</a:t>
            </a:r>
          </a:p>
        </p:txBody>
      </p:sp>
      <p:sp>
        <p:nvSpPr>
          <p:cNvPr id="11" name="question_3_888">
            <a:extLst xmlns:a="http://schemas.openxmlformats.org/drawingml/2006/main">
              <a:ext uri="{FF2B5EF4-FFF2-40B4-BE49-F238E27FC236}">
                <a16:creationId xmlns:a16="http://schemas.microsoft.com/office/drawing/2014/main" id="{FBCEF793-E9B7-43D8-A0D3-77A21DEC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16954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rPr>
              <a:t>第三条：测试盯住不变量</a:t>
            </a:r>
          </a:p>
        </p:txBody>
      </p:sp>
      <p:sp>
        <p:nvSpPr>
          <p:cNvPr id="12" name="reason_bar_3_888">
            <a:extLst xmlns:a="http://schemas.openxmlformats.org/drawingml/2006/main">
              <a:ext uri="{FF2B5EF4-FFF2-40B4-BE49-F238E27FC236}">
                <a16:creationId xmlns:a16="http://schemas.microsoft.com/office/drawing/2014/main" id="{4C39B1A7-E1F3-450A-B8AC-D57108A5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2305050"/>
            <a:ext cx="66675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ason_body_3_888">
            <a:extLst xmlns:a="http://schemas.openxmlformats.org/drawingml/2006/main">
              <a:ext uri="{FF2B5EF4-FFF2-40B4-BE49-F238E27FC236}">
                <a16:creationId xmlns:a16="http://schemas.microsoft.com/office/drawing/2014/main" id="{9672CAF8-8EF9-4764-835E-40E09B46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86800" y="2419350"/>
            <a:ext cx="304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contains 成功不代表树一定正确。颜色可能错、黑高可能错、父子方向也可能错。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因此固定案例检查精确树形，随机案例则在每次操作后调用 invariant。</a:t>
            </a:r>
          </a:p>
        </p:txBody>
      </p:sp>
      <p:sp>
        <p:nvSpPr>
          <p:cNvPr id="14" name="takeaway_3">
            <a:extLst xmlns:a="http://schemas.openxmlformats.org/drawingml/2006/main">
              <a:ext uri="{FF2B5EF4-FFF2-40B4-BE49-F238E27FC236}">
                <a16:creationId xmlns:a16="http://schemas.microsoft.com/office/drawing/2014/main" id="{9574FF91-BCB8-4085-A9C5-E8CE2815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测试、算法、界面共用同一棵树，但它们不互相冒充对方。</a:t>
            </a:r>
          </a:p>
        </p:txBody>
      </p:sp>
    </p:spTree>
    <p:extLst>
      <p:ext uri="{BB962C8B-B14F-4D97-AF65-F5344CB8AC3E}">
        <p14:creationId xmlns:p14="http://schemas.microsoft.com/office/powerpoint/2010/main" val="3777472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4">
            <a:extLst xmlns:a="http://schemas.openxmlformats.org/drawingml/2006/main">
              <a:ext uri="{FF2B5EF4-FFF2-40B4-BE49-F238E27FC236}">
                <a16:creationId xmlns:a16="http://schemas.microsoft.com/office/drawing/2014/main" id="{61421CAE-E91A-4640-A8FB-46E59F51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02 · 数据结构设计</a:t>
            </a:r>
          </a:p>
        </p:txBody>
      </p:sp>
      <p:sp>
        <p:nvSpPr>
          <p:cNvPr id="2" name="heading_4">
            <a:extLst xmlns:a="http://schemas.openxmlformats.org/drawingml/2006/main">
              <a:ext uri="{FF2B5EF4-FFF2-40B4-BE49-F238E27FC236}">
                <a16:creationId xmlns:a16="http://schemas.microsoft.com/office/drawing/2014/main" id="{255C2CE8-3B7A-4DCD-899A-697264E9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先认识 RBTreeNode：修复算法为什么离不开 parent</a:t>
            </a:r>
          </a:p>
        </p:txBody>
      </p:sp>
      <p:sp>
        <p:nvSpPr>
          <p:cNvPr id="3" name="rule_4">
            <a:extLst xmlns:a="http://schemas.openxmlformats.org/drawingml/2006/main">
              <a:ext uri="{FF2B5EF4-FFF2-40B4-BE49-F238E27FC236}">
                <a16:creationId xmlns:a16="http://schemas.microsoft.com/office/drawing/2014/main" id="{C39175BA-36DC-495E-BB40-E4C994F7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4">
            <a:extLst xmlns:a="http://schemas.openxmlformats.org/drawingml/2006/main">
              <a:ext uri="{FF2B5EF4-FFF2-40B4-BE49-F238E27FC236}">
                <a16:creationId xmlns:a16="http://schemas.microsoft.com/office/drawing/2014/main" id="{4B5B31E0-6CD0-4B45-9F46-43D30147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question_4_42">
            <a:extLst xmlns:a="http://schemas.openxmlformats.org/drawingml/2006/main">
              <a:ext uri="{FF2B5EF4-FFF2-40B4-BE49-F238E27FC236}">
                <a16:creationId xmlns:a16="http://schemas.microsoft.com/office/drawing/2014/main" id="{D6D4AE2E-667C-4165-BF8B-0C2D3A43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节点为什么保存五类状态？</a:t>
            </a:r>
          </a:p>
        </p:txBody>
      </p:sp>
      <p:sp>
        <p:nvSpPr>
          <p:cNvPr id="6" name="reason_bar_4_42">
            <a:extLst xmlns:a="http://schemas.openxmlformats.org/drawingml/2006/main">
              <a:ext uri="{FF2B5EF4-FFF2-40B4-BE49-F238E27FC236}">
                <a16:creationId xmlns:a16="http://schemas.microsoft.com/office/drawing/2014/main" id="{3B30AFCB-EF4E-467B-ADB4-080C887E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4_42">
            <a:extLst xmlns:a="http://schemas.openxmlformats.org/drawingml/2006/main">
              <a:ext uri="{FF2B5EF4-FFF2-40B4-BE49-F238E27FC236}">
                <a16:creationId xmlns:a16="http://schemas.microsoft.com/office/drawing/2014/main" id="{152F6C73-875F-48F9-8668-EE37242D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143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key 决定二叉搜索树顺序；color 决定红红冲突和黑高；left / right 让搜索可以向下走；parent 则让修复可以向上走。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这里最容易忽略的是 parent。插入时叔叔为红，冲突会被推到祖父；删除时双黑也可能被推到父亲。没有 parent，每次向上修复都得从 root 重新搜索当前节点，局部算法就被迫依赖整棵树。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节点还保存 tree，是因为一次旋转可能把局部新根送到整棵树顶端，此时必须更新 tree-&gt;root。</a:t>
            </a:r>
          </a:p>
        </p:txBody>
      </p:sp>
      <p:sp>
        <p:nvSpPr>
          <p:cNvPr id="8" name="code_bg_4_665">
            <a:extLst xmlns:a="http://schemas.openxmlformats.org/drawingml/2006/main">
              <a:ext uri="{FF2B5EF4-FFF2-40B4-BE49-F238E27FC236}">
                <a16:creationId xmlns:a16="http://schemas.microsoft.com/office/drawing/2014/main" id="{1EF8215C-EBF2-4A4B-AE74-E76DC8FC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90500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4_0">
            <a:extLst xmlns:a="http://schemas.openxmlformats.org/drawingml/2006/main">
              <a:ext uri="{FF2B5EF4-FFF2-40B4-BE49-F238E27FC236}">
                <a16:creationId xmlns:a16="http://schemas.microsoft.com/office/drawing/2014/main" id="{1F8E4A8F-6DAA-4C26-B3FB-271B24CF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009775"/>
            <a:ext cx="4800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4_0">
            <a:extLst xmlns:a="http://schemas.openxmlformats.org/drawingml/2006/main">
              <a:ext uri="{FF2B5EF4-FFF2-40B4-BE49-F238E27FC236}">
                <a16:creationId xmlns:a16="http://schemas.microsoft.com/office/drawing/2014/main" id="{F1BCFEBB-0AED-4F88-8740-2CC14773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00250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T key;</a:t>
            </a:r>
          </a:p>
        </p:txBody>
      </p:sp>
      <p:sp>
        <p:nvSpPr>
          <p:cNvPr id="11" name="code_hl_4_1">
            <a:extLst xmlns:a="http://schemas.openxmlformats.org/drawingml/2006/main">
              <a:ext uri="{FF2B5EF4-FFF2-40B4-BE49-F238E27FC236}">
                <a16:creationId xmlns:a16="http://schemas.microsoft.com/office/drawing/2014/main" id="{CEE3AB19-E5ED-48B2-A671-112DFCC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247900"/>
            <a:ext cx="4800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de_line_4_1">
            <a:extLst xmlns:a="http://schemas.openxmlformats.org/drawingml/2006/main">
              <a:ext uri="{FF2B5EF4-FFF2-40B4-BE49-F238E27FC236}">
                <a16:creationId xmlns:a16="http://schemas.microsoft.com/office/drawing/2014/main" id="{F3CDDFB6-0A02-45D1-9D6F-4D7FEF69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38375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Color color;</a:t>
            </a:r>
          </a:p>
        </p:txBody>
      </p:sp>
      <p:sp>
        <p:nvSpPr>
          <p:cNvPr id="13" name="code_line_4_2">
            <a:extLst xmlns:a="http://schemas.openxmlformats.org/drawingml/2006/main">
              <a:ext uri="{FF2B5EF4-FFF2-40B4-BE49-F238E27FC236}">
                <a16:creationId xmlns:a16="http://schemas.microsoft.com/office/drawing/2014/main" id="{B247E107-168C-4288-A1D7-F798E5CC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476500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code_hl_4_3">
            <a:extLst xmlns:a="http://schemas.openxmlformats.org/drawingml/2006/main">
              <a:ext uri="{FF2B5EF4-FFF2-40B4-BE49-F238E27FC236}">
                <a16:creationId xmlns:a16="http://schemas.microsoft.com/office/drawing/2014/main" id="{4CDE0B67-A75F-4EA7-A004-ACE75EB6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724150"/>
            <a:ext cx="4800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de_line_4_3">
            <a:extLst xmlns:a="http://schemas.openxmlformats.org/drawingml/2006/main">
              <a:ext uri="{FF2B5EF4-FFF2-40B4-BE49-F238E27FC236}">
                <a16:creationId xmlns:a16="http://schemas.microsoft.com/office/drawing/2014/main" id="{7569455C-D74E-4584-9DF9-7B77B82E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714625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parent;</a:t>
            </a:r>
          </a:p>
        </p:txBody>
      </p:sp>
      <p:sp>
        <p:nvSpPr>
          <p:cNvPr id="16" name="code_line_4_4">
            <a:extLst xmlns:a="http://schemas.openxmlformats.org/drawingml/2006/main">
              <a:ext uri="{FF2B5EF4-FFF2-40B4-BE49-F238E27FC236}">
                <a16:creationId xmlns:a16="http://schemas.microsoft.com/office/drawing/2014/main" id="{8D492140-5595-4526-A7B8-D4623F74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952750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RBTreeNode* left;</a:t>
            </a:r>
          </a:p>
        </p:txBody>
      </p:sp>
      <p:sp>
        <p:nvSpPr>
          <p:cNvPr id="17" name="code_line_4_5">
            <a:extLst xmlns:a="http://schemas.openxmlformats.org/drawingml/2006/main">
              <a:ext uri="{FF2B5EF4-FFF2-40B4-BE49-F238E27FC236}">
                <a16:creationId xmlns:a16="http://schemas.microsoft.com/office/drawing/2014/main" id="{896A38E6-FA69-481C-9157-7A343411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190875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RBTreeNode* right;</a:t>
            </a:r>
          </a:p>
        </p:txBody>
      </p:sp>
      <p:sp>
        <p:nvSpPr>
          <p:cNvPr id="18" name="code_hl_4_6">
            <a:extLst xmlns:a="http://schemas.openxmlformats.org/drawingml/2006/main">
              <a:ext uri="{FF2B5EF4-FFF2-40B4-BE49-F238E27FC236}">
                <a16:creationId xmlns:a16="http://schemas.microsoft.com/office/drawing/2014/main" id="{5C9222B2-0A48-46AC-900E-DE409DE8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438525"/>
            <a:ext cx="4800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de_line_4_6">
            <a:extLst xmlns:a="http://schemas.openxmlformats.org/drawingml/2006/main">
              <a:ext uri="{FF2B5EF4-FFF2-40B4-BE49-F238E27FC236}">
                <a16:creationId xmlns:a16="http://schemas.microsoft.com/office/drawing/2014/main" id="{DEABE004-5077-4744-A899-D31B697D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29000"/>
            <a:ext cx="466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RBTree&lt;T&gt;* tree;</a:t>
            </a:r>
          </a:p>
        </p:txBody>
      </p:sp>
      <p:sp>
        <p:nvSpPr>
          <p:cNvPr id="20" name="node_private">
            <a:extLst xmlns:a="http://schemas.openxmlformats.org/drawingml/2006/main">
              <a:ext uri="{FF2B5EF4-FFF2-40B4-BE49-F238E27FC236}">
                <a16:creationId xmlns:a16="http://schemas.microsoft.com/office/drawing/2014/main" id="{B62F50A4-788D-445A-96D6-39E6D02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4572000"/>
            <a:ext cx="4667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RBTreeNode 被放在 RBTree 内部并设为 private。外部真正需要的是“插入一个值”，不是随便写 node-&gt;left 或 node-&gt;color。</a:t>
            </a:r>
          </a:p>
        </p:txBody>
      </p:sp>
    </p:spTree>
    <p:extLst>
      <p:ext uri="{BB962C8B-B14F-4D97-AF65-F5344CB8AC3E}">
        <p14:creationId xmlns:p14="http://schemas.microsoft.com/office/powerpoint/2010/main" val="227762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5">
            <a:extLst xmlns:a="http://schemas.openxmlformats.org/drawingml/2006/main">
              <a:ext uri="{FF2B5EF4-FFF2-40B4-BE49-F238E27FC236}">
                <a16:creationId xmlns:a16="http://schemas.microsoft.com/office/drawing/2014/main" id="{E7B303B8-D443-48FE-9C39-CD9C69AD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02 · 数据结构设计</a:t>
            </a:r>
          </a:p>
        </p:txBody>
      </p:sp>
      <p:sp>
        <p:nvSpPr>
          <p:cNvPr id="2" name="heading_5">
            <a:extLst xmlns:a="http://schemas.openxmlformats.org/drawingml/2006/main">
              <a:ext uri="{FF2B5EF4-FFF2-40B4-BE49-F238E27FC236}">
                <a16:creationId xmlns:a16="http://schemas.microsoft.com/office/drawing/2014/main" id="{0A614E01-C137-413A-A49C-34EDD4CD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构造与析构：根为什么默认黑，删除前为什么要断开孩子</a:t>
            </a:r>
          </a:p>
        </p:txBody>
      </p:sp>
      <p:sp>
        <p:nvSpPr>
          <p:cNvPr id="3" name="rule_5">
            <a:extLst xmlns:a="http://schemas.openxmlformats.org/drawingml/2006/main">
              <a:ext uri="{FF2B5EF4-FFF2-40B4-BE49-F238E27FC236}">
                <a16:creationId xmlns:a16="http://schemas.microsoft.com/office/drawing/2014/main" id="{14247D81-78C5-4DC7-8300-BFE3CFDE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5">
            <a:extLst xmlns:a="http://schemas.openxmlformats.org/drawingml/2006/main">
              <a:ext uri="{FF2B5EF4-FFF2-40B4-BE49-F238E27FC236}">
                <a16:creationId xmlns:a16="http://schemas.microsoft.com/office/drawing/2014/main" id="{6943E2EC-2A3C-4E71-95DC-2C1930B5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question_5_42">
            <a:extLst xmlns:a="http://schemas.openxmlformats.org/drawingml/2006/main">
              <a:ext uri="{FF2B5EF4-FFF2-40B4-BE49-F238E27FC236}">
                <a16:creationId xmlns:a16="http://schemas.microsoft.com/office/drawing/2014/main" id="{AA4A89B7-4682-43FE-84E9-B256DAC3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381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两个构造函数不是重复代码吗？</a:t>
            </a:r>
          </a:p>
        </p:txBody>
      </p:sp>
      <p:sp>
        <p:nvSpPr>
          <p:cNvPr id="6" name="reason_bar_5_42">
            <a:extLst xmlns:a="http://schemas.openxmlformats.org/drawingml/2006/main">
              <a:ext uri="{FF2B5EF4-FFF2-40B4-BE49-F238E27FC236}">
                <a16:creationId xmlns:a16="http://schemas.microsoft.com/office/drawing/2014/main" id="{6A54ACE6-9884-4A2B-A291-E93DFE63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5_42">
            <a:extLst xmlns:a="http://schemas.openxmlformats.org/drawingml/2006/main">
              <a:ext uri="{FF2B5EF4-FFF2-40B4-BE49-F238E27FC236}">
                <a16:creationId xmlns:a16="http://schemas.microsoft.com/office/drawing/2014/main" id="{0992AF17-A0E4-4B54-BD75-876A0F40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095875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根节点的构造函数没有 parent，所以它把 parent 设为 NULL，并直接染成 BLACK。根出现在所有路径上，它变黑不会制造左右黑高差。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普通新节点的构造函数则接收 parent 和 color。插入节点通常传 RED；删除修复的临时占位节点会传 DOUBLE_BLACK。也就是说，构造函数并不决定算法，只负责把调用者已经决定好的状态完整保存下来。</a:t>
            </a:r>
          </a:p>
        </p:txBody>
      </p:sp>
      <p:sp>
        <p:nvSpPr>
          <p:cNvPr id="8" name="question_5_665">
            <a:extLst xmlns:a="http://schemas.openxmlformats.org/drawingml/2006/main">
              <a:ext uri="{FF2B5EF4-FFF2-40B4-BE49-F238E27FC236}">
                <a16:creationId xmlns:a16="http://schemas.microsoft.com/office/drawing/2014/main" id="{1F509CBF-B284-4BC9-A10D-5C5B13D5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6954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rPr>
              <a:t>析构函数为什么会递归 delete？</a:t>
            </a:r>
          </a:p>
        </p:txBody>
      </p:sp>
      <p:sp>
        <p:nvSpPr>
          <p:cNvPr id="9" name="reason_bar_5_665">
            <a:extLst xmlns:a="http://schemas.openxmlformats.org/drawingml/2006/main">
              <a:ext uri="{FF2B5EF4-FFF2-40B4-BE49-F238E27FC236}">
                <a16:creationId xmlns:a16="http://schemas.microsoft.com/office/drawing/2014/main" id="{11789375-2D98-463A-9C3F-1C54CC0D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ason_body_5_665">
            <a:extLst xmlns:a="http://schemas.openxmlformats.org/drawingml/2006/main">
              <a:ext uri="{FF2B5EF4-FFF2-40B4-BE49-F238E27FC236}">
                <a16:creationId xmlns:a16="http://schemas.microsoft.com/office/drawing/2014/main" id="{E9AA7E0D-3215-4FD1-856F-58BEDE12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2725" y="2419350"/>
            <a:ext cx="49530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RBTree 析构时只 delete root，随后每个节点继续 delete left 和 right，整棵树就会自然释放。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但 remove() 只想摘掉一个 node。如果不先把 node-&gt;left 和 node-&gt;right 设为 NULL，再 delete node，析构函数会顺手把仍然挂在树里的子树一起删掉。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所以“断开孩子”不是清理习惯，而是在阻止递归析构越界。</a:t>
            </a:r>
          </a:p>
        </p:txBody>
      </p:sp>
    </p:spTree>
    <p:extLst>
      <p:ext uri="{BB962C8B-B14F-4D97-AF65-F5344CB8AC3E}">
        <p14:creationId xmlns:p14="http://schemas.microsoft.com/office/powerpoint/2010/main" val="8315533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6">
            <a:extLst xmlns:a="http://schemas.openxmlformats.org/drawingml/2006/main">
              <a:ext uri="{FF2B5EF4-FFF2-40B4-BE49-F238E27FC236}">
                <a16:creationId xmlns:a16="http://schemas.microsoft.com/office/drawing/2014/main" id="{DE5F2AA4-DE07-453A-A7C4-779661BD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03 · 查找</a:t>
            </a:r>
          </a:p>
        </p:txBody>
      </p:sp>
      <p:sp>
        <p:nvSpPr>
          <p:cNvPr id="2" name="heading_6">
            <a:extLst xmlns:a="http://schemas.openxmlformats.org/drawingml/2006/main">
              <a:ext uri="{FF2B5EF4-FFF2-40B4-BE49-F238E27FC236}">
                <a16:creationId xmlns:a16="http://schemas.microsoft.com/office/drawing/2014/main" id="{200014C3-D260-41BB-A215-A0CC2626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lookup：node 不是树节点的名字，而是“我现在站的位置”</a:t>
            </a:r>
          </a:p>
        </p:txBody>
      </p:sp>
      <p:sp>
        <p:nvSpPr>
          <p:cNvPr id="3" name="rule_6">
            <a:extLst xmlns:a="http://schemas.openxmlformats.org/drawingml/2006/main">
              <a:ext uri="{FF2B5EF4-FFF2-40B4-BE49-F238E27FC236}">
                <a16:creationId xmlns:a16="http://schemas.microsoft.com/office/drawing/2014/main" id="{2E8F57C8-6385-437A-82D2-76AAD7A9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6">
            <a:extLst xmlns:a="http://schemas.openxmlformats.org/drawingml/2006/main">
              <a:ext uri="{FF2B5EF4-FFF2-40B4-BE49-F238E27FC236}">
                <a16:creationId xmlns:a16="http://schemas.microsoft.com/office/drawing/2014/main" id="{F6D66E96-66FF-461E-B359-1CCB3E4A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question_6_42">
            <a:extLst xmlns:a="http://schemas.openxmlformats.org/drawingml/2006/main">
              <a:ext uri="{FF2B5EF4-FFF2-40B4-BE49-F238E27FC236}">
                <a16:creationId xmlns:a16="http://schemas.microsoft.com/office/drawing/2014/main" id="{890798CE-2034-4C2A-A002-33F44CDB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为什么使用 while，而不是递归？</a:t>
            </a:r>
          </a:p>
        </p:txBody>
      </p:sp>
      <p:sp>
        <p:nvSpPr>
          <p:cNvPr id="6" name="reason_bar_6_42">
            <a:extLst xmlns:a="http://schemas.openxmlformats.org/drawingml/2006/main">
              <a:ext uri="{FF2B5EF4-FFF2-40B4-BE49-F238E27FC236}">
                <a16:creationId xmlns:a16="http://schemas.microsoft.com/office/drawing/2014/main" id="{581B828F-4FBC-4A4E-A98F-11BB554C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6_42">
            <a:extLst xmlns:a="http://schemas.openxmlformats.org/drawingml/2006/main">
              <a:ext uri="{FF2B5EF4-FFF2-40B4-BE49-F238E27FC236}">
                <a16:creationId xmlns:a16="http://schemas.microsoft.com/office/drawing/2014/main" id="{34D4162D-573D-4631-845E-3C22BDF6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143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查找每一轮只做一件事：比较当前 node-&gt;key 与目标 key。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目标更大就去 right，更小就去 left。node 走到 NULL，说明本来应该出现目标的位置是空的；node-&gt;key 等于 key，则说明已经找到。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这里用 while 可以把“当前位置不断变化”直接写出来，也避免递归栈。它和后面的 insert 定位阶段其实是同一套思路，只是 lookup 不会创建节点。</a:t>
            </a:r>
          </a:p>
        </p:txBody>
      </p:sp>
      <p:sp>
        <p:nvSpPr>
          <p:cNvPr id="8" name="code_bg_6_660">
            <a:extLst xmlns:a="http://schemas.openxmlformats.org/drawingml/2006/main">
              <a:ext uri="{FF2B5EF4-FFF2-40B4-BE49-F238E27FC236}">
                <a16:creationId xmlns:a16="http://schemas.microsoft.com/office/drawing/2014/main" id="{A06C627F-D022-4552-BB1F-FFF022A5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1809750"/>
            <a:ext cx="5143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6_0">
            <a:extLst xmlns:a="http://schemas.openxmlformats.org/drawingml/2006/main">
              <a:ext uri="{FF2B5EF4-FFF2-40B4-BE49-F238E27FC236}">
                <a16:creationId xmlns:a16="http://schemas.microsoft.com/office/drawing/2014/main" id="{02FED75B-7EE9-4655-86F2-9E5E592A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1914525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6_0">
            <a:extLst xmlns:a="http://schemas.openxmlformats.org/drawingml/2006/main">
              <a:ext uri="{FF2B5EF4-FFF2-40B4-BE49-F238E27FC236}">
                <a16:creationId xmlns:a16="http://schemas.microsoft.com/office/drawing/2014/main" id="{ABA7BCD0-0847-41C8-B8E0-DD04E8DC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19050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node = this;</a:t>
            </a:r>
          </a:p>
        </p:txBody>
      </p:sp>
      <p:sp>
        <p:nvSpPr>
          <p:cNvPr id="11" name="code_line_6_1">
            <a:extLst xmlns:a="http://schemas.openxmlformats.org/drawingml/2006/main">
              <a:ext uri="{FF2B5EF4-FFF2-40B4-BE49-F238E27FC236}">
                <a16:creationId xmlns:a16="http://schemas.microsoft.com/office/drawing/2014/main" id="{F505B9AA-F23A-4435-9DFA-BCA3ADE8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1431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6_2">
            <a:extLst xmlns:a="http://schemas.openxmlformats.org/drawingml/2006/main">
              <a:ext uri="{FF2B5EF4-FFF2-40B4-BE49-F238E27FC236}">
                <a16:creationId xmlns:a16="http://schemas.microsoft.com/office/drawing/2014/main" id="{29B7708A-2C80-41DE-A12B-AFEE4770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2390775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6_2">
            <a:extLst xmlns:a="http://schemas.openxmlformats.org/drawingml/2006/main">
              <a:ext uri="{FF2B5EF4-FFF2-40B4-BE49-F238E27FC236}">
                <a16:creationId xmlns:a16="http://schemas.microsoft.com/office/drawing/2014/main" id="{285A82CB-FE5B-4EE1-A6DC-4EDF41FB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3812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while (node != NULL &amp;&amp; node-&gt;key != key)</a:t>
            </a:r>
          </a:p>
        </p:txBody>
      </p:sp>
      <p:sp>
        <p:nvSpPr>
          <p:cNvPr id="14" name="code_line_6_3">
            <a:extLst xmlns:a="http://schemas.openxmlformats.org/drawingml/2006/main">
              <a:ext uri="{FF2B5EF4-FFF2-40B4-BE49-F238E27FC236}">
                <a16:creationId xmlns:a16="http://schemas.microsoft.com/office/drawing/2014/main" id="{314EB56A-3F81-4FB7-B405-B3840917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6193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5" name="code_hl_6_4">
            <a:extLst xmlns:a="http://schemas.openxmlformats.org/drawingml/2006/main">
              <a:ext uri="{FF2B5EF4-FFF2-40B4-BE49-F238E27FC236}">
                <a16:creationId xmlns:a16="http://schemas.microsoft.com/office/drawing/2014/main" id="{53863BB1-9340-4BEB-9156-29F84391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2867025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6_4">
            <a:extLst xmlns:a="http://schemas.openxmlformats.org/drawingml/2006/main">
              <a:ext uri="{FF2B5EF4-FFF2-40B4-BE49-F238E27FC236}">
                <a16:creationId xmlns:a16="http://schemas.microsoft.com/office/drawing/2014/main" id="{90E64604-EBF5-4C60-B58B-070F1E4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8575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node = node-&gt;key &lt; key</a:t>
            </a:r>
          </a:p>
        </p:txBody>
      </p:sp>
      <p:sp>
        <p:nvSpPr>
          <p:cNvPr id="17" name="code_line_6_5">
            <a:extLst xmlns:a="http://schemas.openxmlformats.org/drawingml/2006/main">
              <a:ext uri="{FF2B5EF4-FFF2-40B4-BE49-F238E27FC236}">
                <a16:creationId xmlns:a16="http://schemas.microsoft.com/office/drawing/2014/main" id="{A601179D-5EA5-4E21-955C-52F4A482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0956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 ? node-&gt;right</a:t>
            </a:r>
          </a:p>
        </p:txBody>
      </p:sp>
      <p:sp>
        <p:nvSpPr>
          <p:cNvPr id="18" name="code_line_6_6">
            <a:extLst xmlns:a="http://schemas.openxmlformats.org/drawingml/2006/main">
              <a:ext uri="{FF2B5EF4-FFF2-40B4-BE49-F238E27FC236}">
                <a16:creationId xmlns:a16="http://schemas.microsoft.com/office/drawing/2014/main" id="{6E25CB9B-C2AD-48DC-A051-141A7594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3337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 : node-&gt;left;</a:t>
            </a:r>
          </a:p>
        </p:txBody>
      </p:sp>
      <p:sp>
        <p:nvSpPr>
          <p:cNvPr id="19" name="code_line_6_7">
            <a:extLst xmlns:a="http://schemas.openxmlformats.org/drawingml/2006/main">
              <a:ext uri="{FF2B5EF4-FFF2-40B4-BE49-F238E27FC236}">
                <a16:creationId xmlns:a16="http://schemas.microsoft.com/office/drawing/2014/main" id="{4A129615-FCBA-40CD-91D3-4745C7B6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5718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code_line_6_8">
            <a:extLst xmlns:a="http://schemas.openxmlformats.org/drawingml/2006/main">
              <a:ext uri="{FF2B5EF4-FFF2-40B4-BE49-F238E27FC236}">
                <a16:creationId xmlns:a16="http://schemas.microsoft.com/office/drawing/2014/main" id="{FDA78833-EEE6-4A96-BC9D-6D92299E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8100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code_hl_6_9">
            <a:extLst xmlns:a="http://schemas.openxmlformats.org/drawingml/2006/main">
              <a:ext uri="{FF2B5EF4-FFF2-40B4-BE49-F238E27FC236}">
                <a16:creationId xmlns:a16="http://schemas.microsoft.com/office/drawing/2014/main" id="{50CA45A5-FAA5-4DFB-A0B2-A998C67B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4057650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ode_line_6_9">
            <a:extLst xmlns:a="http://schemas.openxmlformats.org/drawingml/2006/main">
              <a:ext uri="{FF2B5EF4-FFF2-40B4-BE49-F238E27FC236}">
                <a16:creationId xmlns:a16="http://schemas.microsoft.com/office/drawing/2014/main" id="{D0BC7360-0807-4892-A0FE-A8E98EA5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40481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return node;</a:t>
            </a:r>
          </a:p>
        </p:txBody>
      </p:sp>
      <p:sp>
        <p:nvSpPr>
          <p:cNvPr id="23" name="takeaway_6">
            <a:extLst xmlns:a="http://schemas.openxmlformats.org/drawingml/2006/main">
              <a:ext uri="{FF2B5EF4-FFF2-40B4-BE49-F238E27FC236}">
                <a16:creationId xmlns:a16="http://schemas.microsoft.com/office/drawing/2014/main" id="{A8FA2F89-E581-4296-9222-06F7B63D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查找结束只有两种状态：找到真实节点，或者走到本应放置它的 NULL。</a:t>
            </a:r>
          </a:p>
        </p:txBody>
      </p:sp>
    </p:spTree>
    <p:extLst>
      <p:ext uri="{BB962C8B-B14F-4D97-AF65-F5344CB8AC3E}">
        <p14:creationId xmlns:p14="http://schemas.microsoft.com/office/powerpoint/2010/main" val="1685722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7">
            <a:extLst xmlns:a="http://schemas.openxmlformats.org/drawingml/2006/main">
              <a:ext uri="{FF2B5EF4-FFF2-40B4-BE49-F238E27FC236}">
                <a16:creationId xmlns:a16="http://schemas.microsoft.com/office/drawing/2014/main" id="{D4D7A23C-2DE4-4455-BD4B-890BBB8D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03 · 查找</a:t>
            </a:r>
          </a:p>
        </p:txBody>
      </p:sp>
      <p:sp>
        <p:nvSpPr>
          <p:cNvPr id="2" name="heading_7">
            <a:extLst xmlns:a="http://schemas.openxmlformats.org/drawingml/2006/main">
              <a:ext uri="{FF2B5EF4-FFF2-40B4-BE49-F238E27FC236}">
                <a16:creationId xmlns:a16="http://schemas.microsoft.com/office/drawing/2014/main" id="{89467FFC-0D34-4D55-9046-AC96BDFB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contains 与公开 remove：为什么 RBTree 先处理空树</a:t>
            </a:r>
          </a:p>
        </p:txBody>
      </p:sp>
      <p:sp>
        <p:nvSpPr>
          <p:cNvPr id="3" name="rule_7">
            <a:extLst xmlns:a="http://schemas.openxmlformats.org/drawingml/2006/main">
              <a:ext uri="{FF2B5EF4-FFF2-40B4-BE49-F238E27FC236}">
                <a16:creationId xmlns:a16="http://schemas.microsoft.com/office/drawing/2014/main" id="{6AFA4328-8551-45AC-8175-3AE7C2B6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7">
            <a:extLst xmlns:a="http://schemas.openxmlformats.org/drawingml/2006/main">
              <a:ext uri="{FF2B5EF4-FFF2-40B4-BE49-F238E27FC236}">
                <a16:creationId xmlns:a16="http://schemas.microsoft.com/office/drawing/2014/main" id="{54FD1A11-19CC-4692-A99F-EC912540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question_7_42">
            <a:extLst xmlns:a="http://schemas.openxmlformats.org/drawingml/2006/main">
              <a:ext uri="{FF2B5EF4-FFF2-40B4-BE49-F238E27FC236}">
                <a16:creationId xmlns:a16="http://schemas.microsoft.com/office/drawing/2014/main" id="{0E2C96E4-E2B3-4476-97FD-7F5A404B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为什么不直接写 root-&gt;lookup(key)？</a:t>
            </a:r>
          </a:p>
        </p:txBody>
      </p:sp>
      <p:sp>
        <p:nvSpPr>
          <p:cNvPr id="6" name="reason_bar_7_42">
            <a:extLst xmlns:a="http://schemas.openxmlformats.org/drawingml/2006/main">
              <a:ext uri="{FF2B5EF4-FFF2-40B4-BE49-F238E27FC236}">
                <a16:creationId xmlns:a16="http://schemas.microsoft.com/office/drawing/2014/main" id="{01943273-E04E-48CD-A21E-20A94019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7_42">
            <a:extLst xmlns:a="http://schemas.openxmlformats.org/drawingml/2006/main">
              <a:ext uri="{FF2B5EF4-FFF2-40B4-BE49-F238E27FC236}">
                <a16:creationId xmlns:a16="http://schemas.microsoft.com/office/drawing/2014/main" id="{D52D800D-A9BD-4882-B920-88BCAAA9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143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因为空树的 root 就是 NULL。对 NULL 调成员函数不是“查找失败”，而是非法访问。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所以公开接口先处理 root == NULL，再把真正的向下搜索交给节点。这个分层很朴素：RBTree 负责整棵树是否存在，RBTreeNode 负责从某个真实节点开始向下走。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remove 也遵循同一顺序：空树返回 false；lookup 没找到返回 false；只有拿到真实 node，才调用 node-&gt;remove()。</a:t>
            </a:r>
          </a:p>
        </p:txBody>
      </p:sp>
      <p:sp>
        <p:nvSpPr>
          <p:cNvPr id="8" name="code_bg_7_660">
            <a:extLst xmlns:a="http://schemas.openxmlformats.org/drawingml/2006/main">
              <a:ext uri="{FF2B5EF4-FFF2-40B4-BE49-F238E27FC236}">
                <a16:creationId xmlns:a16="http://schemas.microsoft.com/office/drawing/2014/main" id="{673823E2-F3AB-4657-A720-2F6898B8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0" y="1762125"/>
            <a:ext cx="51435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7_0">
            <a:extLst xmlns:a="http://schemas.openxmlformats.org/drawingml/2006/main">
              <a:ext uri="{FF2B5EF4-FFF2-40B4-BE49-F238E27FC236}">
                <a16:creationId xmlns:a16="http://schemas.microsoft.com/office/drawing/2014/main" id="{5984F8FB-FDB4-490C-8F6C-B2F754CF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1866900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7_0">
            <a:extLst xmlns:a="http://schemas.openxmlformats.org/drawingml/2006/main">
              <a:ext uri="{FF2B5EF4-FFF2-40B4-BE49-F238E27FC236}">
                <a16:creationId xmlns:a16="http://schemas.microsoft.com/office/drawing/2014/main" id="{1B971F1D-29FA-48D6-B65A-BA6EE53F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18573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(root == NULL)</a:t>
            </a:r>
          </a:p>
        </p:txBody>
      </p:sp>
      <p:sp>
        <p:nvSpPr>
          <p:cNvPr id="11" name="code_line_7_1">
            <a:extLst xmlns:a="http://schemas.openxmlformats.org/drawingml/2006/main">
              <a:ext uri="{FF2B5EF4-FFF2-40B4-BE49-F238E27FC236}">
                <a16:creationId xmlns:a16="http://schemas.microsoft.com/office/drawing/2014/main" id="{DDEFCC3B-22DD-4C0A-98A1-94DF47FD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0955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2" name="code_line_7_2">
            <a:extLst xmlns:a="http://schemas.openxmlformats.org/drawingml/2006/main">
              <a:ext uri="{FF2B5EF4-FFF2-40B4-BE49-F238E27FC236}">
                <a16:creationId xmlns:a16="http://schemas.microsoft.com/office/drawing/2014/main" id="{D1215B48-23F5-4A0A-B436-287B52D7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3336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return false;</a:t>
            </a:r>
          </a:p>
        </p:txBody>
      </p:sp>
      <p:sp>
        <p:nvSpPr>
          <p:cNvPr id="13" name="code_line_7_3">
            <a:extLst xmlns:a="http://schemas.openxmlformats.org/drawingml/2006/main">
              <a:ext uri="{FF2B5EF4-FFF2-40B4-BE49-F238E27FC236}">
                <a16:creationId xmlns:a16="http://schemas.microsoft.com/office/drawing/2014/main" id="{D4D4981A-B054-40C8-A62D-8549761C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5717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code_line_7_4">
            <a:extLst xmlns:a="http://schemas.openxmlformats.org/drawingml/2006/main">
              <a:ext uri="{FF2B5EF4-FFF2-40B4-BE49-F238E27FC236}">
                <a16:creationId xmlns:a16="http://schemas.microsoft.com/office/drawing/2014/main" id="{820165BD-D466-4700-8685-D8864BEA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28098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code_hl_7_5">
            <a:extLst xmlns:a="http://schemas.openxmlformats.org/drawingml/2006/main">
              <a:ext uri="{FF2B5EF4-FFF2-40B4-BE49-F238E27FC236}">
                <a16:creationId xmlns:a16="http://schemas.microsoft.com/office/drawing/2014/main" id="{581690BF-1DFB-42C8-AE47-BF421029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3057525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7_5">
            <a:extLst xmlns:a="http://schemas.openxmlformats.org/drawingml/2006/main">
              <a:ext uri="{FF2B5EF4-FFF2-40B4-BE49-F238E27FC236}">
                <a16:creationId xmlns:a16="http://schemas.microsoft.com/office/drawing/2014/main" id="{339A092A-37CF-43BE-8E74-799252B1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0480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node = root-&gt;lookup(key);</a:t>
            </a:r>
          </a:p>
        </p:txBody>
      </p:sp>
      <p:sp>
        <p:nvSpPr>
          <p:cNvPr id="17" name="code_line_7_6">
            <a:extLst xmlns:a="http://schemas.openxmlformats.org/drawingml/2006/main">
              <a:ext uri="{FF2B5EF4-FFF2-40B4-BE49-F238E27FC236}">
                <a16:creationId xmlns:a16="http://schemas.microsoft.com/office/drawing/2014/main" id="{96AD01C5-020A-48FB-8D5A-E1F28818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2861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if (node == NULL)</a:t>
            </a:r>
          </a:p>
        </p:txBody>
      </p:sp>
      <p:sp>
        <p:nvSpPr>
          <p:cNvPr id="18" name="code_line_7_7">
            <a:extLst xmlns:a="http://schemas.openxmlformats.org/drawingml/2006/main">
              <a:ext uri="{FF2B5EF4-FFF2-40B4-BE49-F238E27FC236}">
                <a16:creationId xmlns:a16="http://schemas.microsoft.com/office/drawing/2014/main" id="{04D67AE0-69C3-424C-BDFC-90EDC1ED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5242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9" name="code_line_7_8">
            <a:extLst xmlns:a="http://schemas.openxmlformats.org/drawingml/2006/main">
              <a:ext uri="{FF2B5EF4-FFF2-40B4-BE49-F238E27FC236}">
                <a16:creationId xmlns:a16="http://schemas.microsoft.com/office/drawing/2014/main" id="{0BECECE3-4299-4347-957E-6A41083A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37623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return false;</a:t>
            </a:r>
          </a:p>
        </p:txBody>
      </p:sp>
      <p:sp>
        <p:nvSpPr>
          <p:cNvPr id="20" name="code_line_7_9">
            <a:extLst xmlns:a="http://schemas.openxmlformats.org/drawingml/2006/main">
              <a:ext uri="{FF2B5EF4-FFF2-40B4-BE49-F238E27FC236}">
                <a16:creationId xmlns:a16="http://schemas.microsoft.com/office/drawing/2014/main" id="{7AF6A7C6-0C51-4FA1-A20D-FB85D0FF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40005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1" name="code_line_7_10">
            <a:extLst xmlns:a="http://schemas.openxmlformats.org/drawingml/2006/main">
              <a:ext uri="{FF2B5EF4-FFF2-40B4-BE49-F238E27FC236}">
                <a16:creationId xmlns:a16="http://schemas.microsoft.com/office/drawing/2014/main" id="{5E2FC51A-9F86-4F3A-AD62-45DC635E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42386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code_hl_7_11">
            <a:extLst xmlns:a="http://schemas.openxmlformats.org/drawingml/2006/main">
              <a:ext uri="{FF2B5EF4-FFF2-40B4-BE49-F238E27FC236}">
                <a16:creationId xmlns:a16="http://schemas.microsoft.com/office/drawing/2014/main" id="{B20F5E85-8EAE-42E2-876A-CE6853D0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62700" y="4486275"/>
            <a:ext cx="499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7_11">
            <a:extLst xmlns:a="http://schemas.openxmlformats.org/drawingml/2006/main">
              <a:ext uri="{FF2B5EF4-FFF2-40B4-BE49-F238E27FC236}">
                <a16:creationId xmlns:a16="http://schemas.microsoft.com/office/drawing/2014/main" id="{7BEA3DC9-F65F-4556-B939-BC92097A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44767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node-&gt;remove();</a:t>
            </a:r>
          </a:p>
        </p:txBody>
      </p:sp>
      <p:sp>
        <p:nvSpPr>
          <p:cNvPr id="24" name="code_line_7_12">
            <a:extLst xmlns:a="http://schemas.openxmlformats.org/drawingml/2006/main">
              <a:ext uri="{FF2B5EF4-FFF2-40B4-BE49-F238E27FC236}">
                <a16:creationId xmlns:a16="http://schemas.microsoft.com/office/drawing/2014/main" id="{E0CC28AF-0383-458C-BE7F-22C74971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48425" y="471487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return true;</a:t>
            </a:r>
          </a:p>
        </p:txBody>
      </p:sp>
    </p:spTree>
    <p:extLst>
      <p:ext uri="{BB962C8B-B14F-4D97-AF65-F5344CB8AC3E}">
        <p14:creationId xmlns:p14="http://schemas.microsoft.com/office/powerpoint/2010/main" val="19651864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8">
            <a:extLst xmlns:a="http://schemas.openxmlformats.org/drawingml/2006/main">
              <a:ext uri="{FF2B5EF4-FFF2-40B4-BE49-F238E27FC236}">
                <a16:creationId xmlns:a16="http://schemas.microsoft.com/office/drawing/2014/main" id="{5C29B313-980D-4D58-A0D5-F484B18B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8">
            <a:extLst xmlns:a="http://schemas.openxmlformats.org/drawingml/2006/main">
              <a:ext uri="{FF2B5EF4-FFF2-40B4-BE49-F238E27FC236}">
                <a16:creationId xmlns:a16="http://schemas.microsoft.com/office/drawing/2014/main" id="{8E48E7EE-A463-4ADA-AEEA-FAECCAA6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insert 先找空位：不要把“搜索位置”和“冲突位置”混在一起</a:t>
            </a:r>
          </a:p>
        </p:txBody>
      </p:sp>
      <p:sp>
        <p:nvSpPr>
          <p:cNvPr id="3" name="rule_8">
            <a:extLst xmlns:a="http://schemas.openxmlformats.org/drawingml/2006/main">
              <a:ext uri="{FF2B5EF4-FFF2-40B4-BE49-F238E27FC236}">
                <a16:creationId xmlns:a16="http://schemas.microsoft.com/office/drawing/2014/main" id="{B410A82D-62B2-4F93-BECB-A51432EB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8">
            <a:extLst xmlns:a="http://schemas.openxmlformats.org/drawingml/2006/main">
              <a:ext uri="{FF2B5EF4-FFF2-40B4-BE49-F238E27FC236}">
                <a16:creationId xmlns:a16="http://schemas.microsoft.com/office/drawing/2014/main" id="{666D29E8-0B08-4F2B-9929-A275757B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question_8_42">
            <a:extLst xmlns:a="http://schemas.openxmlformats.org/drawingml/2006/main">
              <a:ext uri="{FF2B5EF4-FFF2-40B4-BE49-F238E27FC236}">
                <a16:creationId xmlns:a16="http://schemas.microsoft.com/office/drawing/2014/main" id="{F7C77FF5-FB6E-4F78-A639-E047D1C5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429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为什么插入要拆成两段？</a:t>
            </a:r>
          </a:p>
        </p:txBody>
      </p:sp>
      <p:sp>
        <p:nvSpPr>
          <p:cNvPr id="6" name="reason_bar_8_42">
            <a:extLst xmlns:a="http://schemas.openxmlformats.org/drawingml/2006/main">
              <a:ext uri="{FF2B5EF4-FFF2-40B4-BE49-F238E27FC236}">
                <a16:creationId xmlns:a16="http://schemas.microsoft.com/office/drawing/2014/main" id="{47B5C3CD-39BC-46BB-9489-2CE7A9B7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8_42">
            <a:extLst xmlns:a="http://schemas.openxmlformats.org/drawingml/2006/main">
              <a:ext uri="{FF2B5EF4-FFF2-40B4-BE49-F238E27FC236}">
                <a16:creationId xmlns:a16="http://schemas.microsoft.com/office/drawing/2014/main" id="{E13C8EDC-703D-4BD6-B4DB-0AA656DA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143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第一段完全按照二叉搜索树规则向下走，直到左边或右边出现 NULL。此时只解决“新 key 应该放在哪里”。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第二段才调用 adjustInsert，解决“放进去以后颜色是否合法”。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如果边找位置边旋转，node 一会儿代表搜索光标，一会儿又代表红红冲突，旋转以后它的身份更难追踪。先定位、后修复，相当于让每个阶段只背一种责任。</a:t>
            </a:r>
          </a:p>
        </p:txBody>
      </p:sp>
      <p:sp>
        <p:nvSpPr>
          <p:cNvPr id="8" name="code_bg_8_650">
            <a:extLst xmlns:a="http://schemas.openxmlformats.org/drawingml/2006/main">
              <a:ext uri="{FF2B5EF4-FFF2-40B4-BE49-F238E27FC236}">
                <a16:creationId xmlns:a16="http://schemas.microsoft.com/office/drawing/2014/main" id="{05456B58-35B3-4FCC-9F80-EAFA6333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91250" y="1714500"/>
            <a:ext cx="53340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8_0">
            <a:extLst xmlns:a="http://schemas.openxmlformats.org/drawingml/2006/main">
              <a:ext uri="{FF2B5EF4-FFF2-40B4-BE49-F238E27FC236}">
                <a16:creationId xmlns:a16="http://schemas.microsoft.com/office/drawing/2014/main" id="{98CCC855-C307-4559-9762-FA124AF2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819275"/>
            <a:ext cx="5181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8_0">
            <a:extLst xmlns:a="http://schemas.openxmlformats.org/drawingml/2006/main">
              <a:ext uri="{FF2B5EF4-FFF2-40B4-BE49-F238E27FC236}">
                <a16:creationId xmlns:a16="http://schemas.microsoft.com/office/drawing/2014/main" id="{D2A8C65F-2CFA-424B-9B30-A8201A4D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18097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(node-&gt;key == key)</a:t>
            </a:r>
          </a:p>
        </p:txBody>
      </p:sp>
      <p:sp>
        <p:nvSpPr>
          <p:cNvPr id="11" name="code_line_8_1">
            <a:extLst xmlns:a="http://schemas.openxmlformats.org/drawingml/2006/main">
              <a:ext uri="{FF2B5EF4-FFF2-40B4-BE49-F238E27FC236}">
                <a16:creationId xmlns:a16="http://schemas.microsoft.com/office/drawing/2014/main" id="{2A0A3C42-AA93-4594-978F-5E7D03BE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204787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return false;</a:t>
            </a:r>
          </a:p>
        </p:txBody>
      </p:sp>
      <p:sp>
        <p:nvSpPr>
          <p:cNvPr id="12" name="code_line_8_2">
            <a:extLst xmlns:a="http://schemas.openxmlformats.org/drawingml/2006/main">
              <a:ext uri="{FF2B5EF4-FFF2-40B4-BE49-F238E27FC236}">
                <a16:creationId xmlns:a16="http://schemas.microsoft.com/office/drawing/2014/main" id="{471E8130-9B73-42B5-B4EA-2F01FBB4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228600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code_line_8_3">
            <a:extLst xmlns:a="http://schemas.openxmlformats.org/drawingml/2006/main">
              <a:ext uri="{FF2B5EF4-FFF2-40B4-BE49-F238E27FC236}">
                <a16:creationId xmlns:a16="http://schemas.microsoft.com/office/drawing/2014/main" id="{92733465-76C9-42E9-96B6-8E6DCD60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252412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if (node-&gt;key &lt; key)</a:t>
            </a:r>
          </a:p>
        </p:txBody>
      </p:sp>
      <p:sp>
        <p:nvSpPr>
          <p:cNvPr id="14" name="code_line_8_4">
            <a:extLst xmlns:a="http://schemas.openxmlformats.org/drawingml/2006/main">
              <a:ext uri="{FF2B5EF4-FFF2-40B4-BE49-F238E27FC236}">
                <a16:creationId xmlns:a16="http://schemas.microsoft.com/office/drawing/2014/main" id="{96EFCAB8-2547-4995-A54D-2C22494B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27622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5" name="code_hl_8_5">
            <a:extLst xmlns:a="http://schemas.openxmlformats.org/drawingml/2006/main">
              <a:ext uri="{FF2B5EF4-FFF2-40B4-BE49-F238E27FC236}">
                <a16:creationId xmlns:a16="http://schemas.microsoft.com/office/drawing/2014/main" id="{BEB6AB22-31C1-4545-ACA5-A89F10CC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009900"/>
            <a:ext cx="5181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8_5">
            <a:extLst xmlns:a="http://schemas.openxmlformats.org/drawingml/2006/main">
              <a:ext uri="{FF2B5EF4-FFF2-40B4-BE49-F238E27FC236}">
                <a16:creationId xmlns:a16="http://schemas.microsoft.com/office/drawing/2014/main" id="{9CBEC4AF-7234-4A06-B9AB-F97C095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300037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if (node-&gt;right == NULL)</a:t>
            </a:r>
          </a:p>
        </p:txBody>
      </p:sp>
      <p:sp>
        <p:nvSpPr>
          <p:cNvPr id="17" name="code_line_8_6">
            <a:extLst xmlns:a="http://schemas.openxmlformats.org/drawingml/2006/main">
              <a:ext uri="{FF2B5EF4-FFF2-40B4-BE49-F238E27FC236}">
                <a16:creationId xmlns:a16="http://schemas.microsoft.com/office/drawing/2014/main" id="{BC6497EB-2FAD-4E71-A136-7BA50925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323850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{</a:t>
            </a:r>
          </a:p>
        </p:txBody>
      </p:sp>
      <p:sp>
        <p:nvSpPr>
          <p:cNvPr id="18" name="code_hl_8_7">
            <a:extLst xmlns:a="http://schemas.openxmlformats.org/drawingml/2006/main">
              <a:ext uri="{FF2B5EF4-FFF2-40B4-BE49-F238E27FC236}">
                <a16:creationId xmlns:a16="http://schemas.microsoft.com/office/drawing/2014/main" id="{D68DD77C-4B53-46F9-8E45-FB50BBE2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486150"/>
            <a:ext cx="5181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de_line_8_7">
            <a:extLst xmlns:a="http://schemas.openxmlformats.org/drawingml/2006/main">
              <a:ext uri="{FF2B5EF4-FFF2-40B4-BE49-F238E27FC236}">
                <a16:creationId xmlns:a16="http://schemas.microsoft.com/office/drawing/2014/main" id="{062C99E3-9108-402E-82F2-44EEA769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347662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node-&gt;right = new RBTreeNode(</a:t>
            </a:r>
          </a:p>
        </p:txBody>
      </p:sp>
      <p:sp>
        <p:nvSpPr>
          <p:cNvPr id="20" name="code_hl_8_8">
            <a:extLst xmlns:a="http://schemas.openxmlformats.org/drawingml/2006/main">
              <a:ext uri="{FF2B5EF4-FFF2-40B4-BE49-F238E27FC236}">
                <a16:creationId xmlns:a16="http://schemas.microsoft.com/office/drawing/2014/main" id="{B4B7B0FB-826B-41B9-AB7E-53777D08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724275"/>
            <a:ext cx="5181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de_line_8_8">
            <a:extLst xmlns:a="http://schemas.openxmlformats.org/drawingml/2006/main">
              <a:ext uri="{FF2B5EF4-FFF2-40B4-BE49-F238E27FC236}">
                <a16:creationId xmlns:a16="http://schemas.microsoft.com/office/drawing/2014/main" id="{48B226C7-5680-4680-9FAE-603F7237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37147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    key, node, tree, RED);</a:t>
            </a:r>
          </a:p>
        </p:txBody>
      </p:sp>
      <p:sp>
        <p:nvSpPr>
          <p:cNvPr id="22" name="code_hl_8_9">
            <a:extLst xmlns:a="http://schemas.openxmlformats.org/drawingml/2006/main">
              <a:ext uri="{FF2B5EF4-FFF2-40B4-BE49-F238E27FC236}">
                <a16:creationId xmlns:a16="http://schemas.microsoft.com/office/drawing/2014/main" id="{819B5252-7D9D-4B1C-8F59-BFA6AEAC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3962400"/>
            <a:ext cx="51816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8_9">
            <a:extLst xmlns:a="http://schemas.openxmlformats.org/drawingml/2006/main">
              <a:ext uri="{FF2B5EF4-FFF2-40B4-BE49-F238E27FC236}">
                <a16:creationId xmlns:a16="http://schemas.microsoft.com/office/drawing/2014/main" id="{0EEAA7D2-ECC8-4365-BBDE-6BF56374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395287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adjustInsert(node-&gt;right);</a:t>
            </a:r>
          </a:p>
        </p:txBody>
      </p:sp>
      <p:sp>
        <p:nvSpPr>
          <p:cNvPr id="24" name="code_line_8_10">
            <a:extLst xmlns:a="http://schemas.openxmlformats.org/drawingml/2006/main">
              <a:ext uri="{FF2B5EF4-FFF2-40B4-BE49-F238E27FC236}">
                <a16:creationId xmlns:a16="http://schemas.microsoft.com/office/drawing/2014/main" id="{9F7AACEE-B8A6-463A-B520-815CBF16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419100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5" name="code_line_8_11">
            <a:extLst xmlns:a="http://schemas.openxmlformats.org/drawingml/2006/main">
              <a:ext uri="{FF2B5EF4-FFF2-40B4-BE49-F238E27FC236}">
                <a16:creationId xmlns:a16="http://schemas.microsoft.com/office/drawing/2014/main" id="{418D318C-47E8-4B19-8366-4E2C6705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4429125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766524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9">
            <a:extLst xmlns:a="http://schemas.openxmlformats.org/drawingml/2006/main">
              <a:ext uri="{FF2B5EF4-FFF2-40B4-BE49-F238E27FC236}">
                <a16:creationId xmlns:a16="http://schemas.microsoft.com/office/drawing/2014/main" id="{791D072F-CB39-42C5-BEB0-3CE35C55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9">
            <a:extLst xmlns:a="http://schemas.openxmlformats.org/drawingml/2006/main">
              <a:ext uri="{FF2B5EF4-FFF2-40B4-BE49-F238E27FC236}">
                <a16:creationId xmlns:a16="http://schemas.microsoft.com/office/drawing/2014/main" id="{6DF9C309-4B10-43A4-BDCC-5EFA7FFB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新节点为什么先染红：先选择更小、更局部的错误</a:t>
            </a:r>
          </a:p>
        </p:txBody>
      </p:sp>
      <p:sp>
        <p:nvSpPr>
          <p:cNvPr id="3" name="rule_9">
            <a:extLst xmlns:a="http://schemas.openxmlformats.org/drawingml/2006/main">
              <a:ext uri="{FF2B5EF4-FFF2-40B4-BE49-F238E27FC236}">
                <a16:creationId xmlns:a16="http://schemas.microsoft.com/office/drawing/2014/main" id="{5C410CD4-EFE8-4C3E-85EE-C1EF6134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9">
            <a:extLst xmlns:a="http://schemas.openxmlformats.org/drawingml/2006/main">
              <a:ext uri="{FF2B5EF4-FFF2-40B4-BE49-F238E27FC236}">
                <a16:creationId xmlns:a16="http://schemas.microsoft.com/office/drawing/2014/main" id="{41DCB064-1569-42E8-84A2-54F116A6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question_9_42">
            <a:extLst xmlns:a="http://schemas.openxmlformats.org/drawingml/2006/main">
              <a:ext uri="{FF2B5EF4-FFF2-40B4-BE49-F238E27FC236}">
                <a16:creationId xmlns:a16="http://schemas.microsoft.com/office/drawing/2014/main" id="{FB8C9678-74CE-4F71-8244-4955CFD5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如果新节点直接染黑，会发生什么？</a:t>
            </a:r>
          </a:p>
        </p:txBody>
      </p:sp>
      <p:sp>
        <p:nvSpPr>
          <p:cNvPr id="6" name="reason_bar_9_42">
            <a:extLst xmlns:a="http://schemas.openxmlformats.org/drawingml/2006/main">
              <a:ext uri="{FF2B5EF4-FFF2-40B4-BE49-F238E27FC236}">
                <a16:creationId xmlns:a16="http://schemas.microsoft.com/office/drawing/2014/main" id="{B7050055-3583-410B-BC22-216F77F6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9_42">
            <a:extLst xmlns:a="http://schemas.openxmlformats.org/drawingml/2006/main">
              <a:ext uri="{FF2B5EF4-FFF2-40B4-BE49-F238E27FC236}">
                <a16:creationId xmlns:a16="http://schemas.microsoft.com/office/drawing/2014/main" id="{6D97BA74-E4D7-4DD2-8024-16ED21A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新节点只出现在一条根到叶子的路径上。把它染黑，相当于这条路径凭空多了一个黑节点，黑高差立刻扩散到更大的子树。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把它染红则不会改变任何路径的黑节点数量。唯一可能出现的新错误，是 parent 也为红，形成局部的红父红子。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红黑树在这里做了一个很重要的选择：不追求“插入瞬间完全正确”，而是主动制造一个位置明确、只涉及 parent / grand / uncle 的局部冲突。</a:t>
            </a:r>
          </a:p>
        </p:txBody>
      </p:sp>
      <p:sp>
        <p:nvSpPr>
          <p:cNvPr id="8" name="red_insert_edge_g_p">
            <a:extLst xmlns:a="http://schemas.openxmlformats.org/drawingml/2006/main">
              <a:ext uri="{FF2B5EF4-FFF2-40B4-BE49-F238E27FC236}">
                <a16:creationId xmlns:a16="http://schemas.microsoft.com/office/drawing/2014/main" id="{CB54E41D-E3D8-4BDC-9E1D-586B30C3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421404">
            <a:off x="7466410" y="2962275"/>
            <a:ext cx="154542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d_insert_edge_g_u">
            <a:extLst xmlns:a="http://schemas.openxmlformats.org/drawingml/2006/main">
              <a:ext uri="{FF2B5EF4-FFF2-40B4-BE49-F238E27FC236}">
                <a16:creationId xmlns:a16="http://schemas.microsoft.com/office/drawing/2014/main" id="{97CA23E3-EF50-45BA-8144-BC0B5A76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8323660" y="2962275"/>
            <a:ext cx="154542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d_insert_edge_p_n">
            <a:extLst xmlns:a="http://schemas.openxmlformats.org/drawingml/2006/main">
              <a:ext uri="{FF2B5EF4-FFF2-40B4-BE49-F238E27FC236}">
                <a16:creationId xmlns:a16="http://schemas.microsoft.com/office/drawing/2014/main" id="{C994434A-8242-49C9-B519-A53C9004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894286">
            <a:off x="6765829" y="4271963"/>
            <a:ext cx="147021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d_insert_g">
            <a:extLst xmlns:a="http://schemas.openxmlformats.org/drawingml/2006/main">
              <a:ext uri="{FF2B5EF4-FFF2-40B4-BE49-F238E27FC236}">
                <a16:creationId xmlns:a16="http://schemas.microsoft.com/office/drawing/2014/main" id="{EDBCCA7F-5CED-4961-B721-849DB70B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9625" y="2095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red_insert_g_label">
            <a:extLst xmlns:a="http://schemas.openxmlformats.org/drawingml/2006/main">
              <a:ext uri="{FF2B5EF4-FFF2-40B4-BE49-F238E27FC236}">
                <a16:creationId xmlns:a16="http://schemas.microsoft.com/office/drawing/2014/main" id="{89D68C91-CA9D-4855-BEB0-3D0AB487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67725" y="2209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13" name="red_insert_p">
            <a:extLst xmlns:a="http://schemas.openxmlformats.org/drawingml/2006/main">
              <a:ext uri="{FF2B5EF4-FFF2-40B4-BE49-F238E27FC236}">
                <a16:creationId xmlns:a16="http://schemas.microsoft.com/office/drawing/2014/main" id="{7FA8523B-81B0-457E-8B3F-E6231A50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3381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red_insert_p_label">
            <a:extLst xmlns:a="http://schemas.openxmlformats.org/drawingml/2006/main">
              <a:ext uri="{FF2B5EF4-FFF2-40B4-BE49-F238E27FC236}">
                <a16:creationId xmlns:a16="http://schemas.microsoft.com/office/drawing/2014/main" id="{D315607F-2027-4A91-B94B-3FBB7619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0475" y="3495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red_insert_u">
            <a:extLst xmlns:a="http://schemas.openxmlformats.org/drawingml/2006/main">
              <a:ext uri="{FF2B5EF4-FFF2-40B4-BE49-F238E27FC236}">
                <a16:creationId xmlns:a16="http://schemas.microsoft.com/office/drawing/2014/main" id="{A95E1B1F-A722-46B6-881D-9658C0B1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86875" y="3381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red_insert_u_label">
            <a:extLst xmlns:a="http://schemas.openxmlformats.org/drawingml/2006/main">
              <a:ext uri="{FF2B5EF4-FFF2-40B4-BE49-F238E27FC236}">
                <a16:creationId xmlns:a16="http://schemas.microsoft.com/office/drawing/2014/main" id="{B5683902-F36A-4C4B-84A9-70CBF975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24975" y="3495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</a:t>
            </a:r>
          </a:p>
        </p:txBody>
      </p:sp>
      <p:sp>
        <p:nvSpPr>
          <p:cNvPr id="17" name="red_insert_n">
            <a:extLst xmlns:a="http://schemas.openxmlformats.org/drawingml/2006/main">
              <a:ext uri="{FF2B5EF4-FFF2-40B4-BE49-F238E27FC236}">
                <a16:creationId xmlns:a16="http://schemas.microsoft.com/office/drawing/2014/main" id="{A960733B-772F-4C3A-8B46-C68515FF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4714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red_insert_n_label">
            <a:extLst xmlns:a="http://schemas.openxmlformats.org/drawingml/2006/main">
              <a:ext uri="{FF2B5EF4-FFF2-40B4-BE49-F238E27FC236}">
                <a16:creationId xmlns:a16="http://schemas.microsoft.com/office/drawing/2014/main" id="{E81C9E4E-11C8-4C28-9FE8-A78849BC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829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9" name="red_conflict">
            <a:extLst xmlns:a="http://schemas.openxmlformats.org/drawingml/2006/main">
              <a:ext uri="{FF2B5EF4-FFF2-40B4-BE49-F238E27FC236}">
                <a16:creationId xmlns:a16="http://schemas.microsoft.com/office/drawing/2014/main" id="{78378C15-1141-408E-99F8-E94B3DA5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0" y="5381625"/>
            <a:ext cx="4095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只新增这一处红红冲突</a:t>
            </a:r>
          </a:p>
        </p:txBody>
      </p:sp>
      <p:sp>
        <p:nvSpPr>
          <p:cNvPr id="20" name="takeaway_9">
            <a:extLst xmlns:a="http://schemas.openxmlformats.org/drawingml/2006/main">
              <a:ext uri="{FF2B5EF4-FFF2-40B4-BE49-F238E27FC236}">
                <a16:creationId xmlns:a16="http://schemas.microsoft.com/office/drawing/2014/main" id="{710A3CE5-1942-457A-B79E-04C22B11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不是避免所有错误，而是把错误压缩到最容易修的一小块。</a:t>
            </a:r>
          </a:p>
        </p:txBody>
      </p:sp>
    </p:spTree>
    <p:extLst>
      <p:ext uri="{BB962C8B-B14F-4D97-AF65-F5344CB8AC3E}">
        <p14:creationId xmlns:p14="http://schemas.microsoft.com/office/powerpoint/2010/main" val="17887513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0">
            <a:extLst xmlns:a="http://schemas.openxmlformats.org/drawingml/2006/main">
              <a:ext uri="{FF2B5EF4-FFF2-40B4-BE49-F238E27FC236}">
                <a16:creationId xmlns:a16="http://schemas.microsoft.com/office/drawing/2014/main" id="{3A7D68CF-9742-4FCA-9A69-B39C8EC0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10">
            <a:extLst xmlns:a="http://schemas.openxmlformats.org/drawingml/2006/main">
              <a:ext uri="{FF2B5EF4-FFF2-40B4-BE49-F238E27FC236}">
                <a16:creationId xmlns:a16="http://schemas.microsoft.com/office/drawing/2014/main" id="{87ED1BF3-5D90-4F3D-9B92-1B11F839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adjustInsert 的 node 会向上移动，它不是永远指向新节点</a:t>
            </a:r>
          </a:p>
        </p:txBody>
      </p:sp>
      <p:sp>
        <p:nvSpPr>
          <p:cNvPr id="3" name="rule_10">
            <a:extLst xmlns:a="http://schemas.openxmlformats.org/drawingml/2006/main">
              <a:ext uri="{FF2B5EF4-FFF2-40B4-BE49-F238E27FC236}">
                <a16:creationId xmlns:a16="http://schemas.microsoft.com/office/drawing/2014/main" id="{437D49D7-E8D4-4F3A-9F6F-99EF1CAC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0">
            <a:extLst xmlns:a="http://schemas.openxmlformats.org/drawingml/2006/main">
              <a:ext uri="{FF2B5EF4-FFF2-40B4-BE49-F238E27FC236}">
                <a16:creationId xmlns:a16="http://schemas.microsoft.com/office/drawing/2014/main" id="{B490A9E3-AB0A-45DF-8F15-30AA7F2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question_10_42">
            <a:extLst xmlns:a="http://schemas.openxmlformats.org/drawingml/2006/main">
              <a:ext uri="{FF2B5EF4-FFF2-40B4-BE49-F238E27FC236}">
                <a16:creationId xmlns:a16="http://schemas.microsoft.com/office/drawing/2014/main" id="{5EBA6F46-6FFE-4FF7-9DF1-2CD96C60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52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为什么函数里还要再写 RBTreeNode* node？</a:t>
            </a:r>
          </a:p>
        </p:txBody>
      </p:sp>
      <p:sp>
        <p:nvSpPr>
          <p:cNvPr id="6" name="reason_bar_10_42">
            <a:extLst xmlns:a="http://schemas.openxmlformats.org/drawingml/2006/main">
              <a:ext uri="{FF2B5EF4-FFF2-40B4-BE49-F238E27FC236}">
                <a16:creationId xmlns:a16="http://schemas.microsoft.com/office/drawing/2014/main" id="{57E8011B-7057-4797-B49E-9E273273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10_42">
            <a:extLst xmlns:a="http://schemas.openxmlformats.org/drawingml/2006/main">
              <a:ext uri="{FF2B5EF4-FFF2-40B4-BE49-F238E27FC236}">
                <a16:creationId xmlns:a16="http://schemas.microsoft.com/office/drawing/2014/main" id="{F01CB03A-281C-4BF0-AC8C-8F412BFD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2387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insertNode 只是进入函数时的起点。叔叔为红时，parent 和 uncle 一起染黑，grand 染红。当前层的红红冲突虽然消失了，但 grand 可能又和更上面的红色父亲冲突。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所以修复对象已经从“刚插入的节点”变成了 grand。代码写 node = grand; continue;，就是把问题沿祖先链继续向上交付。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如果始终盯着 insertNode，下一轮判断的 parent、grand、uncle 都会来自错误的层级。</a:t>
            </a:r>
          </a:p>
        </p:txBody>
      </p:sp>
      <p:sp>
        <p:nvSpPr>
          <p:cNvPr id="8" name="code_bg_10_665">
            <a:extLst xmlns:a="http://schemas.openxmlformats.org/drawingml/2006/main">
              <a:ext uri="{FF2B5EF4-FFF2-40B4-BE49-F238E27FC236}">
                <a16:creationId xmlns:a16="http://schemas.microsoft.com/office/drawing/2014/main" id="{775BEEB9-FD4E-4D88-91FC-8259AD11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714500"/>
            <a:ext cx="50958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10_0">
            <a:extLst xmlns:a="http://schemas.openxmlformats.org/drawingml/2006/main">
              <a:ext uri="{FF2B5EF4-FFF2-40B4-BE49-F238E27FC236}">
                <a16:creationId xmlns:a16="http://schemas.microsoft.com/office/drawing/2014/main" id="{1A9E0A34-4F2A-463E-83E2-B676503B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81927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10_0">
            <a:extLst xmlns:a="http://schemas.openxmlformats.org/drawingml/2006/main">
              <a:ext uri="{FF2B5EF4-FFF2-40B4-BE49-F238E27FC236}">
                <a16:creationId xmlns:a16="http://schemas.microsoft.com/office/drawing/2014/main" id="{05E1CE65-F3AE-4123-824F-91682A1F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8097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node = insertNode;</a:t>
            </a:r>
          </a:p>
        </p:txBody>
      </p:sp>
      <p:sp>
        <p:nvSpPr>
          <p:cNvPr id="11" name="code_line_10_1">
            <a:extLst xmlns:a="http://schemas.openxmlformats.org/drawingml/2006/main">
              <a:ext uri="{FF2B5EF4-FFF2-40B4-BE49-F238E27FC236}">
                <a16:creationId xmlns:a16="http://schemas.microsoft.com/office/drawing/2014/main" id="{A37F0022-9672-43BD-BC40-89A1B6BC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478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10_2">
            <a:extLst xmlns:a="http://schemas.openxmlformats.org/drawingml/2006/main">
              <a:ext uri="{FF2B5EF4-FFF2-40B4-BE49-F238E27FC236}">
                <a16:creationId xmlns:a16="http://schemas.microsoft.com/office/drawing/2014/main" id="{7393DEFB-1692-4420-AFD4-870FBA4D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2955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10_2">
            <a:extLst xmlns:a="http://schemas.openxmlformats.org/drawingml/2006/main">
              <a:ext uri="{FF2B5EF4-FFF2-40B4-BE49-F238E27FC236}">
                <a16:creationId xmlns:a16="http://schemas.microsoft.com/office/drawing/2014/main" id="{BA930221-30B8-43F1-8A7D-ABE2A55B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86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while (true)</a:t>
            </a:r>
          </a:p>
        </p:txBody>
      </p:sp>
      <p:sp>
        <p:nvSpPr>
          <p:cNvPr id="14" name="code_line_10_3">
            <a:extLst xmlns:a="http://schemas.openxmlformats.org/drawingml/2006/main">
              <a:ext uri="{FF2B5EF4-FFF2-40B4-BE49-F238E27FC236}">
                <a16:creationId xmlns:a16="http://schemas.microsoft.com/office/drawing/2014/main" id="{A3B0D260-B9E0-4EAC-BCB2-BA36805E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524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5" name="code_line_10_4">
            <a:extLst xmlns:a="http://schemas.openxmlformats.org/drawingml/2006/main">
              <a:ext uri="{FF2B5EF4-FFF2-40B4-BE49-F238E27FC236}">
                <a16:creationId xmlns:a16="http://schemas.microsoft.com/office/drawing/2014/main" id="{346D2258-82EA-4244-9F55-C9C70CDF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762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if (node-&gt;parent == NULL) ...</a:t>
            </a:r>
          </a:p>
        </p:txBody>
      </p:sp>
      <p:sp>
        <p:nvSpPr>
          <p:cNvPr id="16" name="code_line_10_5">
            <a:extLst xmlns:a="http://schemas.openxmlformats.org/drawingml/2006/main">
              <a:ext uri="{FF2B5EF4-FFF2-40B4-BE49-F238E27FC236}">
                <a16:creationId xmlns:a16="http://schemas.microsoft.com/office/drawing/2014/main" id="{87BB7D7B-7A6D-40DE-A539-AE320A92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003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else if (node-&gt;parent-&gt;color == BLACK) ...</a:t>
            </a:r>
          </a:p>
        </p:txBody>
      </p:sp>
      <p:sp>
        <p:nvSpPr>
          <p:cNvPr id="17" name="code_line_10_6">
            <a:extLst xmlns:a="http://schemas.openxmlformats.org/drawingml/2006/main">
              <a:ext uri="{FF2B5EF4-FFF2-40B4-BE49-F238E27FC236}">
                <a16:creationId xmlns:a16="http://schemas.microsoft.com/office/drawing/2014/main" id="{85F938DB-1E50-4778-BDF9-26305CA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385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else</a:t>
            </a:r>
          </a:p>
        </p:txBody>
      </p:sp>
      <p:sp>
        <p:nvSpPr>
          <p:cNvPr id="18" name="code_line_10_7">
            <a:extLst xmlns:a="http://schemas.openxmlformats.org/drawingml/2006/main">
              <a:ext uri="{FF2B5EF4-FFF2-40B4-BE49-F238E27FC236}">
                <a16:creationId xmlns:a16="http://schemas.microsoft.com/office/drawing/2014/main" id="{658F3C50-AC96-4A57-918E-A5DB609E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766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{</a:t>
            </a:r>
          </a:p>
        </p:txBody>
      </p:sp>
      <p:sp>
        <p:nvSpPr>
          <p:cNvPr id="19" name="code_line_10_8">
            <a:extLst xmlns:a="http://schemas.openxmlformats.org/drawingml/2006/main">
              <a:ext uri="{FF2B5EF4-FFF2-40B4-BE49-F238E27FC236}">
                <a16:creationId xmlns:a16="http://schemas.microsoft.com/office/drawing/2014/main" id="{78FB76B1-71CA-4D2F-9C1D-D05BF235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7147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 // 处理 uncle 与旋转</a:t>
            </a:r>
          </a:p>
        </p:txBody>
      </p:sp>
      <p:sp>
        <p:nvSpPr>
          <p:cNvPr id="20" name="code_hl_10_9">
            <a:extLst xmlns:a="http://schemas.openxmlformats.org/drawingml/2006/main">
              <a:ext uri="{FF2B5EF4-FFF2-40B4-BE49-F238E27FC236}">
                <a16:creationId xmlns:a16="http://schemas.microsoft.com/office/drawing/2014/main" id="{F3D9B2DC-7C04-496A-8458-D358C98B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96240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de_line_10_9">
            <a:extLst xmlns:a="http://schemas.openxmlformats.org/drawingml/2006/main">
              <a:ext uri="{FF2B5EF4-FFF2-40B4-BE49-F238E27FC236}">
                <a16:creationId xmlns:a16="http://schemas.microsoft.com/office/drawing/2014/main" id="{F5F2F1AF-0194-44DA-8A7E-A957CD54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9528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node = grand;</a:t>
            </a:r>
          </a:p>
        </p:txBody>
      </p:sp>
      <p:sp>
        <p:nvSpPr>
          <p:cNvPr id="22" name="code_hl_10_10">
            <a:extLst xmlns:a="http://schemas.openxmlformats.org/drawingml/2006/main">
              <a:ext uri="{FF2B5EF4-FFF2-40B4-BE49-F238E27FC236}">
                <a16:creationId xmlns:a16="http://schemas.microsoft.com/office/drawing/2014/main" id="{1FCBDB57-2B33-4763-B894-A7E0C3DE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2005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10_10">
            <a:extLst xmlns:a="http://schemas.openxmlformats.org/drawingml/2006/main">
              <a:ext uri="{FF2B5EF4-FFF2-40B4-BE49-F238E27FC236}">
                <a16:creationId xmlns:a16="http://schemas.microsoft.com/office/drawing/2014/main" id="{8290B32E-4F21-4D2F-836C-54EFF2B8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91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continue;</a:t>
            </a:r>
          </a:p>
        </p:txBody>
      </p:sp>
      <p:sp>
        <p:nvSpPr>
          <p:cNvPr id="24" name="code_line_10_11">
            <a:extLst xmlns:a="http://schemas.openxmlformats.org/drawingml/2006/main">
              <a:ext uri="{FF2B5EF4-FFF2-40B4-BE49-F238E27FC236}">
                <a16:creationId xmlns:a16="http://schemas.microsoft.com/office/drawing/2014/main" id="{A1FD7248-C92E-423B-97CE-0AC951CF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429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5" name="code_line_10_12">
            <a:extLst xmlns:a="http://schemas.openxmlformats.org/drawingml/2006/main">
              <a:ext uri="{FF2B5EF4-FFF2-40B4-BE49-F238E27FC236}">
                <a16:creationId xmlns:a16="http://schemas.microsoft.com/office/drawing/2014/main" id="{8D0EE25C-8CEA-4AA8-9898-0BCA2E14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667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05343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1">
            <a:extLst xmlns:a="http://schemas.openxmlformats.org/drawingml/2006/main">
              <a:ext uri="{FF2B5EF4-FFF2-40B4-BE49-F238E27FC236}">
                <a16:creationId xmlns:a16="http://schemas.microsoft.com/office/drawing/2014/main" id="{A1AA35B3-EA34-4FCE-A30D-175C1A36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11">
            <a:extLst xmlns:a="http://schemas.openxmlformats.org/drawingml/2006/main">
              <a:ext uri="{FF2B5EF4-FFF2-40B4-BE49-F238E27FC236}">
                <a16:creationId xmlns:a16="http://schemas.microsoft.com/office/drawing/2014/main" id="{BF1F8367-BC50-4E22-9242-E1BB8DD6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叔叔为红：为什么 parent 和 uncle 必须一起染黑</a:t>
            </a:r>
          </a:p>
        </p:txBody>
      </p:sp>
      <p:sp>
        <p:nvSpPr>
          <p:cNvPr id="3" name="rule_11">
            <a:extLst xmlns:a="http://schemas.openxmlformats.org/drawingml/2006/main">
              <a:ext uri="{FF2B5EF4-FFF2-40B4-BE49-F238E27FC236}">
                <a16:creationId xmlns:a16="http://schemas.microsoft.com/office/drawing/2014/main" id="{5316EDB3-4975-48C5-9107-670A6B96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1">
            <a:extLst xmlns:a="http://schemas.openxmlformats.org/drawingml/2006/main">
              <a:ext uri="{FF2B5EF4-FFF2-40B4-BE49-F238E27FC236}">
                <a16:creationId xmlns:a16="http://schemas.microsoft.com/office/drawing/2014/main" id="{E54C93DF-7C29-4982-84C8-12C4DA22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before_panel_11">
            <a:extLst xmlns:a="http://schemas.openxmlformats.org/drawingml/2006/main">
              <a:ext uri="{FF2B5EF4-FFF2-40B4-BE49-F238E27FC236}">
                <a16:creationId xmlns:a16="http://schemas.microsoft.com/office/drawing/2014/main" id="{B2D4659F-AFBC-460F-B607-8984956A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1">
            <a:extLst xmlns:a="http://schemas.openxmlformats.org/drawingml/2006/main">
              <a:ext uri="{FF2B5EF4-FFF2-40B4-BE49-F238E27FC236}">
                <a16:creationId xmlns:a16="http://schemas.microsoft.com/office/drawing/2014/main" id="{6E6F55AE-6033-4E1E-B846-9816ADCD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1">
            <a:extLst xmlns:a="http://schemas.openxmlformats.org/drawingml/2006/main">
              <a:ext uri="{FF2B5EF4-FFF2-40B4-BE49-F238E27FC236}">
                <a16:creationId xmlns:a16="http://schemas.microsoft.com/office/drawing/2014/main" id="{2238708F-336E-4386-A9D9-475730F9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处理前：parent 与 uncle 都是红色</a:t>
            </a:r>
          </a:p>
        </p:txBody>
      </p:sp>
      <p:sp>
        <p:nvSpPr>
          <p:cNvPr id="8" name="after_label_11">
            <a:extLst xmlns:a="http://schemas.openxmlformats.org/drawingml/2006/main">
              <a:ext uri="{FF2B5EF4-FFF2-40B4-BE49-F238E27FC236}">
                <a16:creationId xmlns:a16="http://schemas.microsoft.com/office/drawing/2014/main" id="{F906B1BB-2CC7-450E-B033-3BAE100C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处理后：两边同时加黑，grand 用红色抵消</a:t>
            </a:r>
          </a:p>
        </p:txBody>
      </p:sp>
      <p:sp>
        <p:nvSpPr>
          <p:cNvPr id="9" name="before_11_edge_g_p">
            <a:extLst xmlns:a="http://schemas.openxmlformats.org/drawingml/2006/main">
              <a:ext uri="{FF2B5EF4-FFF2-40B4-BE49-F238E27FC236}">
                <a16:creationId xmlns:a16="http://schemas.microsoft.com/office/drawing/2014/main" id="{43AA5708-C2EC-40F2-9409-461D84A1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91731">
            <a:off x="1628761" y="3343275"/>
            <a:ext cx="160022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1_edge_g_u">
            <a:extLst xmlns:a="http://schemas.openxmlformats.org/drawingml/2006/main">
              <a:ext uri="{FF2B5EF4-FFF2-40B4-BE49-F238E27FC236}">
                <a16:creationId xmlns:a16="http://schemas.microsoft.com/office/drawing/2014/main" id="{6169C424-E0D9-4B25-8763-0B44EA0B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08269">
            <a:off x="2581261" y="3343275"/>
            <a:ext cx="160022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1_edge_p_n">
            <a:extLst xmlns:a="http://schemas.openxmlformats.org/drawingml/2006/main">
              <a:ext uri="{FF2B5EF4-FFF2-40B4-BE49-F238E27FC236}">
                <a16:creationId xmlns:a16="http://schemas.microsoft.com/office/drawing/2014/main" id="{51A693A5-5A87-4D50-A240-3AA5EBD6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053169">
            <a:off x="1049125" y="4533900"/>
            <a:ext cx="12354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11_g">
            <a:extLst xmlns:a="http://schemas.openxmlformats.org/drawingml/2006/main">
              <a:ext uri="{FF2B5EF4-FFF2-40B4-BE49-F238E27FC236}">
                <a16:creationId xmlns:a16="http://schemas.microsoft.com/office/drawing/2014/main" id="{8189DF52-8F31-46B5-89A0-2AB44C83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47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before_11_g_label">
            <a:extLst xmlns:a="http://schemas.openxmlformats.org/drawingml/2006/main">
              <a:ext uri="{FF2B5EF4-FFF2-40B4-BE49-F238E27FC236}">
                <a16:creationId xmlns:a16="http://schemas.microsoft.com/office/drawing/2014/main" id="{EE86D47B-8CA7-43F0-9D1C-2A8B27DF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2590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14" name="before_11_p">
            <a:extLst xmlns:a="http://schemas.openxmlformats.org/drawingml/2006/main">
              <a:ext uri="{FF2B5EF4-FFF2-40B4-BE49-F238E27FC236}">
                <a16:creationId xmlns:a16="http://schemas.microsoft.com/office/drawing/2014/main" id="{2E7A0AEF-4B8D-47DA-A200-92D81792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before_11_p_label">
            <a:extLst xmlns:a="http://schemas.openxmlformats.org/drawingml/2006/main">
              <a:ext uri="{FF2B5EF4-FFF2-40B4-BE49-F238E27FC236}">
                <a16:creationId xmlns:a16="http://schemas.microsoft.com/office/drawing/2014/main" id="{FD6B6985-FBE0-466C-B477-B8BD8CC0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6" name="before_11_u">
            <a:extLst xmlns:a="http://schemas.openxmlformats.org/drawingml/2006/main">
              <a:ext uri="{FF2B5EF4-FFF2-40B4-BE49-F238E27FC236}">
                <a16:creationId xmlns:a16="http://schemas.microsoft.com/office/drawing/2014/main" id="{86A54D53-E0C9-4EDC-A2AB-2311CCB8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11_u_label">
            <a:extLst xmlns:a="http://schemas.openxmlformats.org/drawingml/2006/main">
              <a:ext uri="{FF2B5EF4-FFF2-40B4-BE49-F238E27FC236}">
                <a16:creationId xmlns:a16="http://schemas.microsoft.com/office/drawing/2014/main" id="{40CB7A13-128A-4E0D-A2FA-7783C006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76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</a:t>
            </a:r>
          </a:p>
        </p:txBody>
      </p:sp>
      <p:sp>
        <p:nvSpPr>
          <p:cNvPr id="18" name="before_11_n">
            <a:extLst xmlns:a="http://schemas.openxmlformats.org/drawingml/2006/main">
              <a:ext uri="{FF2B5EF4-FFF2-40B4-BE49-F238E27FC236}">
                <a16:creationId xmlns:a16="http://schemas.microsoft.com/office/drawing/2014/main" id="{B4031251-22A6-4DA7-9AF8-1B29836F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300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11_n_label">
            <a:extLst xmlns:a="http://schemas.openxmlformats.org/drawingml/2006/main">
              <a:ext uri="{FF2B5EF4-FFF2-40B4-BE49-F238E27FC236}">
                <a16:creationId xmlns:a16="http://schemas.microsoft.com/office/drawing/2014/main" id="{11E79B6C-C1C8-4BDF-806C-AF827EFE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110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0" name="after_11_edge_g_p">
            <a:extLst xmlns:a="http://schemas.openxmlformats.org/drawingml/2006/main">
              <a:ext uri="{FF2B5EF4-FFF2-40B4-BE49-F238E27FC236}">
                <a16:creationId xmlns:a16="http://schemas.microsoft.com/office/drawing/2014/main" id="{AB6BBFA8-9D28-4F8E-BB39-2B8FD7F3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91731">
            <a:off x="7915261" y="3343275"/>
            <a:ext cx="160022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fter_11_edge_g_u">
            <a:extLst xmlns:a="http://schemas.openxmlformats.org/drawingml/2006/main">
              <a:ext uri="{FF2B5EF4-FFF2-40B4-BE49-F238E27FC236}">
                <a16:creationId xmlns:a16="http://schemas.microsoft.com/office/drawing/2014/main" id="{93B8996E-E8AC-4B41-BF70-24C22111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08269">
            <a:off x="8867761" y="3343275"/>
            <a:ext cx="160022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fter_11_edge_p_n">
            <a:extLst xmlns:a="http://schemas.openxmlformats.org/drawingml/2006/main">
              <a:ext uri="{FF2B5EF4-FFF2-40B4-BE49-F238E27FC236}">
                <a16:creationId xmlns:a16="http://schemas.microsoft.com/office/drawing/2014/main" id="{0B0E85DC-0911-40B7-B7BC-12A71F7D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053169">
            <a:off x="7335625" y="4533900"/>
            <a:ext cx="12354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fter_11_g">
            <a:extLst xmlns:a="http://schemas.openxmlformats.org/drawingml/2006/main">
              <a:ext uri="{FF2B5EF4-FFF2-40B4-BE49-F238E27FC236}">
                <a16:creationId xmlns:a16="http://schemas.microsoft.com/office/drawing/2014/main" id="{8AED26DA-EC3F-4F7F-9D2E-5508F7B4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47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fter_11_g_label">
            <a:extLst xmlns:a="http://schemas.openxmlformats.org/drawingml/2006/main">
              <a:ext uri="{FF2B5EF4-FFF2-40B4-BE49-F238E27FC236}">
                <a16:creationId xmlns:a16="http://schemas.microsoft.com/office/drawing/2014/main" id="{693F13BB-CD34-420F-9BB0-69ACB52D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590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25" name="after_11_p">
            <a:extLst xmlns:a="http://schemas.openxmlformats.org/drawingml/2006/main">
              <a:ext uri="{FF2B5EF4-FFF2-40B4-BE49-F238E27FC236}">
                <a16:creationId xmlns:a16="http://schemas.microsoft.com/office/drawing/2014/main" id="{AE90D898-B1CE-4129-85AC-7A098BC4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after_11_p_label">
            <a:extLst xmlns:a="http://schemas.openxmlformats.org/drawingml/2006/main">
              <a:ext uri="{FF2B5EF4-FFF2-40B4-BE49-F238E27FC236}">
                <a16:creationId xmlns:a16="http://schemas.microsoft.com/office/drawing/2014/main" id="{1A81CEEC-C98F-4F85-9072-11E040D4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7" name="after_11_u">
            <a:extLst xmlns:a="http://schemas.openxmlformats.org/drawingml/2006/main">
              <a:ext uri="{FF2B5EF4-FFF2-40B4-BE49-F238E27FC236}">
                <a16:creationId xmlns:a16="http://schemas.microsoft.com/office/drawing/2014/main" id="{358291DE-5927-4380-A8B9-C9ED5D41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after_11_u_label">
            <a:extLst xmlns:a="http://schemas.openxmlformats.org/drawingml/2006/main">
              <a:ext uri="{FF2B5EF4-FFF2-40B4-BE49-F238E27FC236}">
                <a16:creationId xmlns:a16="http://schemas.microsoft.com/office/drawing/2014/main" id="{BB172182-D0A8-471A-9474-2482650C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441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U</a:t>
            </a:r>
          </a:p>
        </p:txBody>
      </p:sp>
      <p:sp>
        <p:nvSpPr>
          <p:cNvPr id="29" name="after_11_n">
            <a:extLst xmlns:a="http://schemas.openxmlformats.org/drawingml/2006/main">
              <a:ext uri="{FF2B5EF4-FFF2-40B4-BE49-F238E27FC236}">
                <a16:creationId xmlns:a16="http://schemas.microsoft.com/office/drawing/2014/main" id="{8E6B1641-8657-4817-BD99-3DA9B5DD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after_11_n_label">
            <a:extLst xmlns:a="http://schemas.openxmlformats.org/drawingml/2006/main">
              <a:ext uri="{FF2B5EF4-FFF2-40B4-BE49-F238E27FC236}">
                <a16:creationId xmlns:a16="http://schemas.microsoft.com/office/drawing/2014/main" id="{5A38A7E2-B2F9-4B08-A93B-D6AE2227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1" name="transition_11_shaft">
            <a:extLst xmlns:a="http://schemas.openxmlformats.org/drawingml/2006/main">
              <a:ext uri="{FF2B5EF4-FFF2-40B4-BE49-F238E27FC236}">
                <a16:creationId xmlns:a16="http://schemas.microsoft.com/office/drawing/2014/main" id="{9B60E75E-63EF-4F42-AB2E-273D343A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ransition_11_head_1">
            <a:extLst xmlns:a="http://schemas.openxmlformats.org/drawingml/2006/main">
              <a:ext uri="{FF2B5EF4-FFF2-40B4-BE49-F238E27FC236}">
                <a16:creationId xmlns:a16="http://schemas.microsoft.com/office/drawing/2014/main" id="{FD23266E-EB14-41CC-BEF1-FFD73B75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ransition_11_head_2">
            <a:extLst xmlns:a="http://schemas.openxmlformats.org/drawingml/2006/main">
              <a:ext uri="{FF2B5EF4-FFF2-40B4-BE49-F238E27FC236}">
                <a16:creationId xmlns:a16="http://schemas.microsoft.com/office/drawing/2014/main" id="{21135419-2D35-4179-B08C-4E958254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ransition_caption_11">
            <a:extLst xmlns:a="http://schemas.openxmlformats.org/drawingml/2006/main">
              <a:ext uri="{FF2B5EF4-FFF2-40B4-BE49-F238E27FC236}">
                <a16:creationId xmlns:a16="http://schemas.microsoft.com/office/drawing/2014/main" id="{A363A9B0-158E-40FE-91F2-740B3A57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只染 parent 会让左边黑高增加、右边不变。parent 与 uncle 必须成对变化；grand 再染红，抵消这一层新增的黑色。</a:t>
            </a:r>
          </a:p>
        </p:txBody>
      </p:sp>
    </p:spTree>
    <p:extLst>
      <p:ext uri="{BB962C8B-B14F-4D97-AF65-F5344CB8AC3E}">
        <p14:creationId xmlns:p14="http://schemas.microsoft.com/office/powerpoint/2010/main" val="5148011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2">
            <a:extLst xmlns:a="http://schemas.openxmlformats.org/drawingml/2006/main">
              <a:ext uri="{FF2B5EF4-FFF2-40B4-BE49-F238E27FC236}">
                <a16:creationId xmlns:a16="http://schemas.microsoft.com/office/drawing/2014/main" id="{FC9D78D3-81E3-4D7A-AC4D-A65DE526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12">
            <a:extLst xmlns:a="http://schemas.openxmlformats.org/drawingml/2006/main">
              <a:ext uri="{FF2B5EF4-FFF2-40B4-BE49-F238E27FC236}">
                <a16:creationId xmlns:a16="http://schemas.microsoft.com/office/drawing/2014/main" id="{53E1DD35-AA8D-4DAA-9477-0EBD51C6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折线形态：先旋 parent，是为了把问题变成直线</a:t>
            </a:r>
          </a:p>
        </p:txBody>
      </p:sp>
      <p:sp>
        <p:nvSpPr>
          <p:cNvPr id="3" name="rule_12">
            <a:extLst xmlns:a="http://schemas.openxmlformats.org/drawingml/2006/main">
              <a:ext uri="{FF2B5EF4-FFF2-40B4-BE49-F238E27FC236}">
                <a16:creationId xmlns:a16="http://schemas.microsoft.com/office/drawing/2014/main" id="{C1879BA2-FC19-45A4-B0F9-F3987772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2">
            <a:extLst xmlns:a="http://schemas.openxmlformats.org/drawingml/2006/main">
              <a:ext uri="{FF2B5EF4-FFF2-40B4-BE49-F238E27FC236}">
                <a16:creationId xmlns:a16="http://schemas.microsoft.com/office/drawing/2014/main" id="{5B95F7D7-B0FD-4B5D-93CE-282329D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before_panel_12">
            <a:extLst xmlns:a="http://schemas.openxmlformats.org/drawingml/2006/main">
              <a:ext uri="{FF2B5EF4-FFF2-40B4-BE49-F238E27FC236}">
                <a16:creationId xmlns:a16="http://schemas.microsoft.com/office/drawing/2014/main" id="{86822194-F8E5-444D-8E98-4F65C100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2">
            <a:extLst xmlns:a="http://schemas.openxmlformats.org/drawingml/2006/main">
              <a:ext uri="{FF2B5EF4-FFF2-40B4-BE49-F238E27FC236}">
                <a16:creationId xmlns:a16="http://schemas.microsoft.com/office/drawing/2014/main" id="{3907ADA9-D659-4D29-8B62-9E756F62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2">
            <a:extLst xmlns:a="http://schemas.openxmlformats.org/drawingml/2006/main">
              <a:ext uri="{FF2B5EF4-FFF2-40B4-BE49-F238E27FC236}">
                <a16:creationId xmlns:a16="http://schemas.microsoft.com/office/drawing/2014/main" id="{2EEADCE0-A87F-437F-8BDB-6F5A9460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RL：node 在 parent 的左边</a:t>
            </a:r>
          </a:p>
        </p:txBody>
      </p:sp>
      <p:sp>
        <p:nvSpPr>
          <p:cNvPr id="8" name="after_label_12">
            <a:extLst xmlns:a="http://schemas.openxmlformats.org/drawingml/2006/main">
              <a:ext uri="{FF2B5EF4-FFF2-40B4-BE49-F238E27FC236}">
                <a16:creationId xmlns:a16="http://schemas.microsoft.com/office/drawing/2014/main" id="{F9A0CFBF-2101-40F6-9371-C72821E3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围绕 parent 右旋以后，变成 RR 直线</a:t>
            </a:r>
          </a:p>
        </p:txBody>
      </p:sp>
      <p:sp>
        <p:nvSpPr>
          <p:cNvPr id="9" name="before_12_edge_g_p">
            <a:extLst xmlns:a="http://schemas.openxmlformats.org/drawingml/2006/main">
              <a:ext uri="{FF2B5EF4-FFF2-40B4-BE49-F238E27FC236}">
                <a16:creationId xmlns:a16="http://schemas.microsoft.com/office/drawing/2014/main" id="{4163C8A4-2A9E-4962-91E6-DFE13E35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919133">
            <a:off x="2397879" y="3248025"/>
            <a:ext cx="158599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2_edge_p_n">
            <a:extLst xmlns:a="http://schemas.openxmlformats.org/drawingml/2006/main">
              <a:ext uri="{FF2B5EF4-FFF2-40B4-BE49-F238E27FC236}">
                <a16:creationId xmlns:a16="http://schemas.microsoft.com/office/drawing/2014/main" id="{9F9E90A2-32B8-4DE5-BB1D-848A602F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993903">
            <a:off x="2790044" y="4414838"/>
            <a:ext cx="12779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2_g">
            <a:extLst xmlns:a="http://schemas.openxmlformats.org/drawingml/2006/main">
              <a:ext uri="{FF2B5EF4-FFF2-40B4-BE49-F238E27FC236}">
                <a16:creationId xmlns:a16="http://schemas.microsoft.com/office/drawing/2014/main" id="{BAFEEF97-F3B8-442E-A13F-20D73CE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28875" y="2428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before_12_g_label">
            <a:extLst xmlns:a="http://schemas.openxmlformats.org/drawingml/2006/main">
              <a:ext uri="{FF2B5EF4-FFF2-40B4-BE49-F238E27FC236}">
                <a16:creationId xmlns:a16="http://schemas.microsoft.com/office/drawing/2014/main" id="{E70E5A4F-5A40-43E0-A5A3-815E0B01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66975" y="2543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13" name="before_12_p">
            <a:extLst xmlns:a="http://schemas.openxmlformats.org/drawingml/2006/main">
              <a:ext uri="{FF2B5EF4-FFF2-40B4-BE49-F238E27FC236}">
                <a16:creationId xmlns:a16="http://schemas.microsoft.com/office/drawing/2014/main" id="{DDE4BA33-14FB-44CF-9FF8-00FA6249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3619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12_p_label">
            <a:extLst xmlns:a="http://schemas.openxmlformats.org/drawingml/2006/main">
              <a:ext uri="{FF2B5EF4-FFF2-40B4-BE49-F238E27FC236}">
                <a16:creationId xmlns:a16="http://schemas.microsoft.com/office/drawing/2014/main" id="{108185CB-1B90-4B5E-92C1-1DCFEFAC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12_n">
            <a:extLst xmlns:a="http://schemas.openxmlformats.org/drawingml/2006/main">
              <a:ext uri="{FF2B5EF4-FFF2-40B4-BE49-F238E27FC236}">
                <a16:creationId xmlns:a16="http://schemas.microsoft.com/office/drawing/2014/main" id="{F3F3CED6-EBE2-4BCE-8D5C-91CA59FC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05125" y="4762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before_12_n_label">
            <a:extLst xmlns:a="http://schemas.openxmlformats.org/drawingml/2006/main">
              <a:ext uri="{FF2B5EF4-FFF2-40B4-BE49-F238E27FC236}">
                <a16:creationId xmlns:a16="http://schemas.microsoft.com/office/drawing/2014/main" id="{41904E42-1BCE-4DBF-9046-B4B1739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43225" y="4876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7" name="after_12_edge_g_n">
            <a:extLst xmlns:a="http://schemas.openxmlformats.org/drawingml/2006/main">
              <a:ext uri="{FF2B5EF4-FFF2-40B4-BE49-F238E27FC236}">
                <a16:creationId xmlns:a16="http://schemas.microsoft.com/office/drawing/2014/main" id="{8A57C838-7026-458D-94F5-13AEC1D7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919133">
            <a:off x="8589129" y="3248025"/>
            <a:ext cx="158599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fter_12_edge_n_p">
            <a:extLst xmlns:a="http://schemas.openxmlformats.org/drawingml/2006/main">
              <a:ext uri="{FF2B5EF4-FFF2-40B4-BE49-F238E27FC236}">
                <a16:creationId xmlns:a16="http://schemas.microsoft.com/office/drawing/2014/main" id="{45DECE38-A0E3-432A-AF67-0CA7792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806097">
            <a:off x="9552794" y="4414838"/>
            <a:ext cx="127791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fter_12_g">
            <a:extLst xmlns:a="http://schemas.openxmlformats.org/drawingml/2006/main">
              <a:ext uri="{FF2B5EF4-FFF2-40B4-BE49-F238E27FC236}">
                <a16:creationId xmlns:a16="http://schemas.microsoft.com/office/drawing/2014/main" id="{4E984CFB-6EFE-4FC5-8E01-63154AFB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0125" y="2428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after_12_g_label">
            <a:extLst xmlns:a="http://schemas.openxmlformats.org/drawingml/2006/main">
              <a:ext uri="{FF2B5EF4-FFF2-40B4-BE49-F238E27FC236}">
                <a16:creationId xmlns:a16="http://schemas.microsoft.com/office/drawing/2014/main" id="{6EF22E5A-5612-4F0B-84B4-74E6B27A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2543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21" name="after_12_n">
            <a:extLst xmlns:a="http://schemas.openxmlformats.org/drawingml/2006/main">
              <a:ext uri="{FF2B5EF4-FFF2-40B4-BE49-F238E27FC236}">
                <a16:creationId xmlns:a16="http://schemas.microsoft.com/office/drawing/2014/main" id="{C6E259E1-E703-425D-A64E-4C85CA33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67875" y="3619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after_12_n_label">
            <a:extLst xmlns:a="http://schemas.openxmlformats.org/drawingml/2006/main">
              <a:ext uri="{FF2B5EF4-FFF2-40B4-BE49-F238E27FC236}">
                <a16:creationId xmlns:a16="http://schemas.microsoft.com/office/drawing/2014/main" id="{A4515EBA-1003-406D-9139-686A88A3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5975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3" name="after_12_p">
            <a:extLst xmlns:a="http://schemas.openxmlformats.org/drawingml/2006/main">
              <a:ext uri="{FF2B5EF4-FFF2-40B4-BE49-F238E27FC236}">
                <a16:creationId xmlns:a16="http://schemas.microsoft.com/office/drawing/2014/main" id="{E4428F61-73CB-454A-B216-4FCBDAFA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39375" y="4762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fter_12_p_label">
            <a:extLst xmlns:a="http://schemas.openxmlformats.org/drawingml/2006/main">
              <a:ext uri="{FF2B5EF4-FFF2-40B4-BE49-F238E27FC236}">
                <a16:creationId xmlns:a16="http://schemas.microsoft.com/office/drawing/2014/main" id="{3A002F95-5C6C-41E6-A635-9BFB527F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77475" y="4876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5" name="transition_12_shaft">
            <a:extLst xmlns:a="http://schemas.openxmlformats.org/drawingml/2006/main">
              <a:ext uri="{FF2B5EF4-FFF2-40B4-BE49-F238E27FC236}">
                <a16:creationId xmlns:a16="http://schemas.microsoft.com/office/drawing/2014/main" id="{3895DDC4-A38D-4C0E-92EF-31B5054A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ransition_12_head_1">
            <a:extLst xmlns:a="http://schemas.openxmlformats.org/drawingml/2006/main">
              <a:ext uri="{FF2B5EF4-FFF2-40B4-BE49-F238E27FC236}">
                <a16:creationId xmlns:a16="http://schemas.microsoft.com/office/drawing/2014/main" id="{20518F8A-2156-47A3-B5F8-D3B69B30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ransition_12_head_2">
            <a:extLst xmlns:a="http://schemas.openxmlformats.org/drawingml/2006/main">
              <a:ext uri="{FF2B5EF4-FFF2-40B4-BE49-F238E27FC236}">
                <a16:creationId xmlns:a16="http://schemas.microsoft.com/office/drawing/2014/main" id="{D59A75A0-729D-4898-A9AE-7D558791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ransition_caption_12">
            <a:extLst xmlns:a="http://schemas.openxmlformats.org/drawingml/2006/main">
              <a:ext uri="{FF2B5EF4-FFF2-40B4-BE49-F238E27FC236}">
                <a16:creationId xmlns:a16="http://schemas.microsoft.com/office/drawing/2014/main" id="{2C8B252D-2481-4D01-83F9-FAEFF7CC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折线不能直接围绕 grand 做最终旋转。先把中间节点 N 转到 P 上面，下一页才可以用一次 grand 左旋收尾。</a:t>
            </a:r>
          </a:p>
        </p:txBody>
      </p:sp>
    </p:spTree>
    <p:extLst>
      <p:ext uri="{BB962C8B-B14F-4D97-AF65-F5344CB8AC3E}">
        <p14:creationId xmlns:p14="http://schemas.microsoft.com/office/powerpoint/2010/main" val="10893389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3">
            <a:extLst xmlns:a="http://schemas.openxmlformats.org/drawingml/2006/main">
              <a:ext uri="{FF2B5EF4-FFF2-40B4-BE49-F238E27FC236}">
                <a16:creationId xmlns:a16="http://schemas.microsoft.com/office/drawing/2014/main" id="{43E95CA0-5895-4B2C-96E6-74CAD6B0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13">
            <a:extLst xmlns:a="http://schemas.openxmlformats.org/drawingml/2006/main">
              <a:ext uri="{FF2B5EF4-FFF2-40B4-BE49-F238E27FC236}">
                <a16:creationId xmlns:a16="http://schemas.microsoft.com/office/drawing/2014/main" id="{4B269AEB-680D-48CF-866F-3A23BD14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第一次旋转以后，为什么不能继续相信旧的 parent 和 grand</a:t>
            </a:r>
          </a:p>
        </p:txBody>
      </p:sp>
      <p:sp>
        <p:nvSpPr>
          <p:cNvPr id="3" name="rule_13">
            <a:extLst xmlns:a="http://schemas.openxmlformats.org/drawingml/2006/main">
              <a:ext uri="{FF2B5EF4-FFF2-40B4-BE49-F238E27FC236}">
                <a16:creationId xmlns:a16="http://schemas.microsoft.com/office/drawing/2014/main" id="{97E7DB7C-6905-4C0B-B5AA-204F6371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3">
            <a:extLst xmlns:a="http://schemas.openxmlformats.org/drawingml/2006/main">
              <a:ext uri="{FF2B5EF4-FFF2-40B4-BE49-F238E27FC236}">
                <a16:creationId xmlns:a16="http://schemas.microsoft.com/office/drawing/2014/main" id="{BF62C21F-DBB9-431B-8ACB-7DA0BDBF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question_13_42">
            <a:extLst xmlns:a="http://schemas.openxmlformats.org/drawingml/2006/main">
              <a:ext uri="{FF2B5EF4-FFF2-40B4-BE49-F238E27FC236}">
                <a16:creationId xmlns:a16="http://schemas.microsoft.com/office/drawing/2014/main" id="{FDAED2C4-5B80-402F-A181-118F88B8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变量名不会跟着树形自动改身份</a:t>
            </a:r>
          </a:p>
        </p:txBody>
      </p:sp>
      <p:sp>
        <p:nvSpPr>
          <p:cNvPr id="6" name="reason_bar_13_42">
            <a:extLst xmlns:a="http://schemas.openxmlformats.org/drawingml/2006/main">
              <a:ext uri="{FF2B5EF4-FFF2-40B4-BE49-F238E27FC236}">
                <a16:creationId xmlns:a16="http://schemas.microsoft.com/office/drawing/2014/main" id="{F6D03BC2-6192-44B0-B9B7-FDA5D454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13_42">
            <a:extLst xmlns:a="http://schemas.openxmlformats.org/drawingml/2006/main">
              <a:ext uri="{FF2B5EF4-FFF2-40B4-BE49-F238E27FC236}">
                <a16:creationId xmlns:a16="http://schemas.microsoft.com/office/drawing/2014/main" id="{0B14FC35-ECE3-4FF9-A7A1-5B05C49C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旋转前，局部顺序是 grand → parent → node。围绕 parent 旋转以后，原来的 node 被转到上面，原来的 parent 反而沉到下面。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这时 C++ 变量 parent 仍然保存旧地址，它只是名字叫 parent，已经不一定是当前 node 的真正父亲。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所以代码重新读取 parent = node-&gt;parent；grand = node-&gt;parent-&gt;parent。这里的出发点不是“多写两句更保险”，而是旋转已经改变关系，后续判断必须以仍然可信的 node 为锚点重新观察结构。</a:t>
            </a:r>
          </a:p>
        </p:txBody>
      </p:sp>
      <p:sp>
        <p:nvSpPr>
          <p:cNvPr id="8" name="code_bg_13_665">
            <a:extLst xmlns:a="http://schemas.openxmlformats.org/drawingml/2006/main">
              <a:ext uri="{FF2B5EF4-FFF2-40B4-BE49-F238E27FC236}">
                <a16:creationId xmlns:a16="http://schemas.microsoft.com/office/drawing/2014/main" id="{33C8D97E-12C5-43A1-8FBC-33E0F7F1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809750"/>
            <a:ext cx="50958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13_0">
            <a:extLst xmlns:a="http://schemas.openxmlformats.org/drawingml/2006/main">
              <a:ext uri="{FF2B5EF4-FFF2-40B4-BE49-F238E27FC236}">
                <a16:creationId xmlns:a16="http://schemas.microsoft.com/office/drawing/2014/main" id="{8761D88B-8529-44C8-A59B-74596DD9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9145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13_0">
            <a:extLst xmlns:a="http://schemas.openxmlformats.org/drawingml/2006/main">
              <a:ext uri="{FF2B5EF4-FFF2-40B4-BE49-F238E27FC236}">
                <a16:creationId xmlns:a16="http://schemas.microsoft.com/office/drawing/2014/main" id="{33050B2F-57FB-4610-A091-C2B16772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905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parent-&gt;rightRotate();</a:t>
            </a:r>
          </a:p>
        </p:txBody>
      </p:sp>
      <p:sp>
        <p:nvSpPr>
          <p:cNvPr id="11" name="code_hl_13_1">
            <a:extLst xmlns:a="http://schemas.openxmlformats.org/drawingml/2006/main">
              <a:ext uri="{FF2B5EF4-FFF2-40B4-BE49-F238E27FC236}">
                <a16:creationId xmlns:a16="http://schemas.microsoft.com/office/drawing/2014/main" id="{E6673416-61CB-4F79-ADC4-017B314A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15265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de_line_13_1">
            <a:extLst xmlns:a="http://schemas.openxmlformats.org/drawingml/2006/main">
              <a:ext uri="{FF2B5EF4-FFF2-40B4-BE49-F238E27FC236}">
                <a16:creationId xmlns:a16="http://schemas.microsoft.com/office/drawing/2014/main" id="{E2CE53EE-351D-4843-B1AD-84E5C978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43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node = node-&gt;right;</a:t>
            </a:r>
          </a:p>
        </p:txBody>
      </p:sp>
      <p:sp>
        <p:nvSpPr>
          <p:cNvPr id="13" name="code_line_13_2">
            <a:extLst xmlns:a="http://schemas.openxmlformats.org/drawingml/2006/main">
              <a:ext uri="{FF2B5EF4-FFF2-40B4-BE49-F238E27FC236}">
                <a16:creationId xmlns:a16="http://schemas.microsoft.com/office/drawing/2014/main" id="{1D7D6A9C-2B85-4AFC-A434-6EFF4ABD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381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code_line_13_3">
            <a:extLst xmlns:a="http://schemas.openxmlformats.org/drawingml/2006/main">
              <a:ext uri="{FF2B5EF4-FFF2-40B4-BE49-F238E27FC236}">
                <a16:creationId xmlns:a16="http://schemas.microsoft.com/office/drawing/2014/main" id="{5E085A63-C2F7-48B3-B74B-3DACC341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6193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// 旧 parent / grand 已经过期</a:t>
            </a:r>
          </a:p>
        </p:txBody>
      </p:sp>
      <p:sp>
        <p:nvSpPr>
          <p:cNvPr id="15" name="code_hl_13_4">
            <a:extLst xmlns:a="http://schemas.openxmlformats.org/drawingml/2006/main">
              <a:ext uri="{FF2B5EF4-FFF2-40B4-BE49-F238E27FC236}">
                <a16:creationId xmlns:a16="http://schemas.microsoft.com/office/drawing/2014/main" id="{5B8D752C-43FD-468E-BBEB-DAC86517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8670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13_4">
            <a:extLst xmlns:a="http://schemas.openxmlformats.org/drawingml/2006/main">
              <a:ext uri="{FF2B5EF4-FFF2-40B4-BE49-F238E27FC236}">
                <a16:creationId xmlns:a16="http://schemas.microsoft.com/office/drawing/2014/main" id="{349FD5B8-82B0-4F4E-B3D6-BCCA8BF9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8575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parent = node-&gt;parent;</a:t>
            </a:r>
          </a:p>
        </p:txBody>
      </p:sp>
      <p:sp>
        <p:nvSpPr>
          <p:cNvPr id="17" name="code_hl_13_5">
            <a:extLst xmlns:a="http://schemas.openxmlformats.org/drawingml/2006/main">
              <a:ext uri="{FF2B5EF4-FFF2-40B4-BE49-F238E27FC236}">
                <a16:creationId xmlns:a16="http://schemas.microsoft.com/office/drawing/2014/main" id="{CC4D7B9C-F2E5-4694-B057-EF80A80C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10515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de_line_13_5">
            <a:extLst xmlns:a="http://schemas.openxmlformats.org/drawingml/2006/main">
              <a:ext uri="{FF2B5EF4-FFF2-40B4-BE49-F238E27FC236}">
                <a16:creationId xmlns:a16="http://schemas.microsoft.com/office/drawing/2014/main" id="{92A35991-34F4-480A-A5DA-26E4C5F6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956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grand = node-&gt;parent-&gt;parent;</a:t>
            </a:r>
          </a:p>
        </p:txBody>
      </p:sp>
      <p:sp>
        <p:nvSpPr>
          <p:cNvPr id="19" name="code_line_13_6">
            <a:extLst xmlns:a="http://schemas.openxmlformats.org/drawingml/2006/main">
              <a:ext uri="{FF2B5EF4-FFF2-40B4-BE49-F238E27FC236}">
                <a16:creationId xmlns:a16="http://schemas.microsoft.com/office/drawing/2014/main" id="{663BFB04-8750-46E7-BEE2-00BB0C2A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3337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code_line_13_7">
            <a:extLst xmlns:a="http://schemas.openxmlformats.org/drawingml/2006/main">
              <a:ext uri="{FF2B5EF4-FFF2-40B4-BE49-F238E27FC236}">
                <a16:creationId xmlns:a16="http://schemas.microsoft.com/office/drawing/2014/main" id="{50D16E5A-CBD2-428F-AC38-E9AA6CD4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5718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if (node == parent-&gt;left)</a:t>
            </a:r>
          </a:p>
        </p:txBody>
      </p:sp>
      <p:sp>
        <p:nvSpPr>
          <p:cNvPr id="21" name="code_line_13_8">
            <a:extLst xmlns:a="http://schemas.openxmlformats.org/drawingml/2006/main">
              <a:ext uri="{FF2B5EF4-FFF2-40B4-BE49-F238E27FC236}">
                <a16:creationId xmlns:a16="http://schemas.microsoft.com/office/drawing/2014/main" id="{CA1A7F6C-E507-438A-9D0E-80F00823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810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grand-&gt;rightRotate();</a:t>
            </a:r>
          </a:p>
        </p:txBody>
      </p:sp>
      <p:sp>
        <p:nvSpPr>
          <p:cNvPr id="22" name="code_line_13_9">
            <a:extLst xmlns:a="http://schemas.openxmlformats.org/drawingml/2006/main">
              <a:ext uri="{FF2B5EF4-FFF2-40B4-BE49-F238E27FC236}">
                <a16:creationId xmlns:a16="http://schemas.microsoft.com/office/drawing/2014/main" id="{EB036338-0F6D-483A-A5A7-0C930A31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048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else</a:t>
            </a:r>
          </a:p>
        </p:txBody>
      </p:sp>
      <p:sp>
        <p:nvSpPr>
          <p:cNvPr id="23" name="code_line_13_10">
            <a:extLst xmlns:a="http://schemas.openxmlformats.org/drawingml/2006/main">
              <a:ext uri="{FF2B5EF4-FFF2-40B4-BE49-F238E27FC236}">
                <a16:creationId xmlns:a16="http://schemas.microsoft.com/office/drawing/2014/main" id="{13A0BADA-6AEF-43D3-BFF4-A4950626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286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grand-&gt;leftRotate();</a:t>
            </a:r>
          </a:p>
        </p:txBody>
      </p:sp>
      <p:sp>
        <p:nvSpPr>
          <p:cNvPr id="24" name="takeaway_13">
            <a:extLst xmlns:a="http://schemas.openxmlformats.org/drawingml/2006/main">
              <a:ext uri="{FF2B5EF4-FFF2-40B4-BE49-F238E27FC236}">
                <a16:creationId xmlns:a16="http://schemas.microsoft.com/office/drawing/2014/main" id="{99FFF7B6-89AC-4C80-9CB9-611EB85E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旋转之后先重新认亲，再继续改指针。</a:t>
            </a:r>
          </a:p>
        </p:txBody>
      </p:sp>
    </p:spTree>
    <p:extLst>
      <p:ext uri="{BB962C8B-B14F-4D97-AF65-F5344CB8AC3E}">
        <p14:creationId xmlns:p14="http://schemas.microsoft.com/office/powerpoint/2010/main" val="690758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4">
            <a:extLst xmlns:a="http://schemas.openxmlformats.org/drawingml/2006/main">
              <a:ext uri="{FF2B5EF4-FFF2-40B4-BE49-F238E27FC236}">
                <a16:creationId xmlns:a16="http://schemas.microsoft.com/office/drawing/2014/main" id="{FA05D79C-CC5B-4781-B706-7703C24D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04 · 插入</a:t>
            </a:r>
          </a:p>
        </p:txBody>
      </p:sp>
      <p:sp>
        <p:nvSpPr>
          <p:cNvPr id="2" name="heading_14">
            <a:extLst xmlns:a="http://schemas.openxmlformats.org/drawingml/2006/main">
              <a:ext uri="{FF2B5EF4-FFF2-40B4-BE49-F238E27FC236}">
                <a16:creationId xmlns:a16="http://schemas.microsoft.com/office/drawing/2014/main" id="{596B83AE-DAA2-452F-99FD-77439BEC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直线形态：围绕 grand 旋转，再让 parent 与 grand 换色</a:t>
            </a:r>
          </a:p>
        </p:txBody>
      </p:sp>
      <p:sp>
        <p:nvSpPr>
          <p:cNvPr id="3" name="rule_14">
            <a:extLst xmlns:a="http://schemas.openxmlformats.org/drawingml/2006/main">
              <a:ext uri="{FF2B5EF4-FFF2-40B4-BE49-F238E27FC236}">
                <a16:creationId xmlns:a16="http://schemas.microsoft.com/office/drawing/2014/main" id="{8C19B09A-E329-4304-9F46-ECA8A923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4">
            <a:extLst xmlns:a="http://schemas.openxmlformats.org/drawingml/2006/main">
              <a:ext uri="{FF2B5EF4-FFF2-40B4-BE49-F238E27FC236}">
                <a16:creationId xmlns:a16="http://schemas.microsoft.com/office/drawing/2014/main" id="{AE97E4A3-CC1F-492E-8EBD-F1D15DC2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before_panel_14">
            <a:extLst xmlns:a="http://schemas.openxmlformats.org/drawingml/2006/main">
              <a:ext uri="{FF2B5EF4-FFF2-40B4-BE49-F238E27FC236}">
                <a16:creationId xmlns:a16="http://schemas.microsoft.com/office/drawing/2014/main" id="{41044DA7-CB33-45E7-9DDB-FDF2E344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4">
            <a:extLst xmlns:a="http://schemas.openxmlformats.org/drawingml/2006/main">
              <a:ext uri="{FF2B5EF4-FFF2-40B4-BE49-F238E27FC236}">
                <a16:creationId xmlns:a16="http://schemas.microsoft.com/office/drawing/2014/main" id="{FAF2F525-C409-4AF2-B6BE-B5D81780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4">
            <a:extLst xmlns:a="http://schemas.openxmlformats.org/drawingml/2006/main">
              <a:ext uri="{FF2B5EF4-FFF2-40B4-BE49-F238E27FC236}">
                <a16:creationId xmlns:a16="http://schemas.microsoft.com/office/drawing/2014/main" id="{9726BBE1-515D-468E-B84E-11BFDAF8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RR 直线：红红冲突仍在</a:t>
            </a:r>
          </a:p>
        </p:txBody>
      </p:sp>
      <p:sp>
        <p:nvSpPr>
          <p:cNvPr id="8" name="after_label_14">
            <a:extLst xmlns:a="http://schemas.openxmlformats.org/drawingml/2006/main">
              <a:ext uri="{FF2B5EF4-FFF2-40B4-BE49-F238E27FC236}">
                <a16:creationId xmlns:a16="http://schemas.microsoft.com/office/drawing/2014/main" id="{59BEC1FA-ABD2-496F-9DBE-ABFDA135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grand 左旋：P 上升，G 与 N 分居两侧</a:t>
            </a:r>
          </a:p>
        </p:txBody>
      </p:sp>
      <p:sp>
        <p:nvSpPr>
          <p:cNvPr id="9" name="before_14_edge_g_p">
            <a:extLst xmlns:a="http://schemas.openxmlformats.org/drawingml/2006/main">
              <a:ext uri="{FF2B5EF4-FFF2-40B4-BE49-F238E27FC236}">
                <a16:creationId xmlns:a16="http://schemas.microsoft.com/office/drawing/2014/main" id="{2A0C9B93-9FAD-48F6-8752-6144CF70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27501">
            <a:off x="2019175" y="3200400"/>
            <a:ext cx="162902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4_edge_p_n">
            <a:extLst xmlns:a="http://schemas.openxmlformats.org/drawingml/2006/main">
              <a:ext uri="{FF2B5EF4-FFF2-40B4-BE49-F238E27FC236}">
                <a16:creationId xmlns:a16="http://schemas.microsoft.com/office/drawing/2014/main" id="{01D79091-A356-4C00-86B3-89CC3B84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54767">
            <a:off x="3028811" y="4438650"/>
            <a:ext cx="146712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4_g">
            <a:extLst xmlns:a="http://schemas.openxmlformats.org/drawingml/2006/main">
              <a:ext uri="{FF2B5EF4-FFF2-40B4-BE49-F238E27FC236}">
                <a16:creationId xmlns:a16="http://schemas.microsoft.com/office/drawing/2014/main" id="{A0C01F1B-3C93-4161-B903-D4959B39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333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before_14_g_label">
            <a:extLst xmlns:a="http://schemas.openxmlformats.org/drawingml/2006/main">
              <a:ext uri="{FF2B5EF4-FFF2-40B4-BE49-F238E27FC236}">
                <a16:creationId xmlns:a16="http://schemas.microsoft.com/office/drawing/2014/main" id="{E8FB7426-C307-43EF-8EDD-E44C4191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33600" y="2447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13" name="before_14_p">
            <a:extLst xmlns:a="http://schemas.openxmlformats.org/drawingml/2006/main">
              <a:ext uri="{FF2B5EF4-FFF2-40B4-BE49-F238E27FC236}">
                <a16:creationId xmlns:a16="http://schemas.microsoft.com/office/drawing/2014/main" id="{6A6CF10C-0209-4A7B-AE7E-7975EC2A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95625" y="3619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14_p_label">
            <a:extLst xmlns:a="http://schemas.openxmlformats.org/drawingml/2006/main">
              <a:ext uri="{FF2B5EF4-FFF2-40B4-BE49-F238E27FC236}">
                <a16:creationId xmlns:a16="http://schemas.microsoft.com/office/drawing/2014/main" id="{8461E04A-A96E-414E-A56F-E0548F76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33725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14_n">
            <a:extLst xmlns:a="http://schemas.openxmlformats.org/drawingml/2006/main">
              <a:ext uri="{FF2B5EF4-FFF2-40B4-BE49-F238E27FC236}">
                <a16:creationId xmlns:a16="http://schemas.microsoft.com/office/drawing/2014/main" id="{A562AF85-243F-432B-8BF4-E062BA64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4810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before_14_n_label">
            <a:extLst xmlns:a="http://schemas.openxmlformats.org/drawingml/2006/main">
              <a:ext uri="{FF2B5EF4-FFF2-40B4-BE49-F238E27FC236}">
                <a16:creationId xmlns:a16="http://schemas.microsoft.com/office/drawing/2014/main" id="{63ED2345-7A3B-4093-96E6-CF5A2FE1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90975" y="4924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7" name="after_14_edge_p_g">
            <a:extLst xmlns:a="http://schemas.openxmlformats.org/drawingml/2006/main">
              <a:ext uri="{FF2B5EF4-FFF2-40B4-BE49-F238E27FC236}">
                <a16:creationId xmlns:a16="http://schemas.microsoft.com/office/drawing/2014/main" id="{F0A88E5C-386F-45B2-9BA7-A1B68E2A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7810187" y="3581400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fter_14_edge_p_n">
            <a:extLst xmlns:a="http://schemas.openxmlformats.org/drawingml/2006/main">
              <a:ext uri="{FF2B5EF4-FFF2-40B4-BE49-F238E27FC236}">
                <a16:creationId xmlns:a16="http://schemas.microsoft.com/office/drawing/2014/main" id="{F6504DFE-0902-467A-B688-AF5EE6A3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78252">
            <a:off x="8857937" y="3581400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fter_14_p">
            <a:extLst xmlns:a="http://schemas.openxmlformats.org/drawingml/2006/main">
              <a:ext uri="{FF2B5EF4-FFF2-40B4-BE49-F238E27FC236}">
                <a16:creationId xmlns:a16="http://schemas.microsoft.com/office/drawing/2014/main" id="{02D42379-4275-4AD7-9018-2DEEFE31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01125" y="2619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after_14_p_label">
            <a:extLst xmlns:a="http://schemas.openxmlformats.org/drawingml/2006/main">
              <a:ext uri="{FF2B5EF4-FFF2-40B4-BE49-F238E27FC236}">
                <a16:creationId xmlns:a16="http://schemas.microsoft.com/office/drawing/2014/main" id="{C87C001C-32EF-4DBC-BB91-3E4A1577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39225" y="2733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1" name="after_14_g">
            <a:extLst xmlns:a="http://schemas.openxmlformats.org/drawingml/2006/main">
              <a:ext uri="{FF2B5EF4-FFF2-40B4-BE49-F238E27FC236}">
                <a16:creationId xmlns:a16="http://schemas.microsoft.com/office/drawing/2014/main" id="{61BAE5C5-5FF6-4B0E-98D6-FEE8B981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53375" y="4095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after_14_g_label">
            <a:extLst xmlns:a="http://schemas.openxmlformats.org/drawingml/2006/main">
              <a:ext uri="{FF2B5EF4-FFF2-40B4-BE49-F238E27FC236}">
                <a16:creationId xmlns:a16="http://schemas.microsoft.com/office/drawing/2014/main" id="{5033A181-D949-4165-A108-E42B04C6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91475" y="421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</a:t>
            </a:r>
          </a:p>
        </p:txBody>
      </p:sp>
      <p:sp>
        <p:nvSpPr>
          <p:cNvPr id="23" name="after_14_n">
            <a:extLst xmlns:a="http://schemas.openxmlformats.org/drawingml/2006/main">
              <a:ext uri="{FF2B5EF4-FFF2-40B4-BE49-F238E27FC236}">
                <a16:creationId xmlns:a16="http://schemas.microsoft.com/office/drawing/2014/main" id="{ACEF86C1-6605-4F02-BD4F-C5DA2104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48875" y="4095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fter_14_n_label">
            <a:extLst xmlns:a="http://schemas.openxmlformats.org/drawingml/2006/main">
              <a:ext uri="{FF2B5EF4-FFF2-40B4-BE49-F238E27FC236}">
                <a16:creationId xmlns:a16="http://schemas.microsoft.com/office/drawing/2014/main" id="{2D7DF566-B9DC-40DF-A734-391A43AE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86975" y="4210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5" name="transition_14_shaft">
            <a:extLst xmlns:a="http://schemas.openxmlformats.org/drawingml/2006/main">
              <a:ext uri="{FF2B5EF4-FFF2-40B4-BE49-F238E27FC236}">
                <a16:creationId xmlns:a16="http://schemas.microsoft.com/office/drawing/2014/main" id="{58D2000F-CAFC-4D65-8D92-C3185528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ransition_14_head_1">
            <a:extLst xmlns:a="http://schemas.openxmlformats.org/drawingml/2006/main">
              <a:ext uri="{FF2B5EF4-FFF2-40B4-BE49-F238E27FC236}">
                <a16:creationId xmlns:a16="http://schemas.microsoft.com/office/drawing/2014/main" id="{A12FF2FD-E7A9-4D5E-8ABD-AA27B655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ransition_14_head_2">
            <a:extLst xmlns:a="http://schemas.openxmlformats.org/drawingml/2006/main">
              <a:ext uri="{FF2B5EF4-FFF2-40B4-BE49-F238E27FC236}">
                <a16:creationId xmlns:a16="http://schemas.microsoft.com/office/drawing/2014/main" id="{21C33244-4A34-4DEF-9799-C21472CD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ransition_caption_14">
            <a:extLst xmlns:a="http://schemas.openxmlformats.org/drawingml/2006/main">
              <a:ext uri="{FF2B5EF4-FFF2-40B4-BE49-F238E27FC236}">
                <a16:creationId xmlns:a16="http://schemas.microsoft.com/office/drawing/2014/main" id="{1B0B993D-4CD7-4AD5-AC5C-11535622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结构旋转解决“谁在中间”，颜色交换解决红红冲突。P 染黑、G 染红以后，局部根到两侧的黑高仍然相等。</a:t>
            </a:r>
          </a:p>
        </p:txBody>
      </p:sp>
    </p:spTree>
    <p:extLst>
      <p:ext uri="{BB962C8B-B14F-4D97-AF65-F5344CB8AC3E}">
        <p14:creationId xmlns:p14="http://schemas.microsoft.com/office/powerpoint/2010/main" val="10950438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5">
            <a:extLst xmlns:a="http://schemas.openxmlformats.org/drawingml/2006/main">
              <a:ext uri="{FF2B5EF4-FFF2-40B4-BE49-F238E27FC236}">
                <a16:creationId xmlns:a16="http://schemas.microsoft.com/office/drawing/2014/main" id="{6A3AE0B7-EAB5-40AA-A0C4-ABFC840F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05 · 旋转</a:t>
            </a:r>
          </a:p>
        </p:txBody>
      </p:sp>
      <p:sp>
        <p:nvSpPr>
          <p:cNvPr id="2" name="heading_15">
            <a:extLst xmlns:a="http://schemas.openxmlformats.org/drawingml/2006/main">
              <a:ext uri="{FF2B5EF4-FFF2-40B4-BE49-F238E27FC236}">
                <a16:creationId xmlns:a16="http://schemas.microsoft.com/office/drawing/2014/main" id="{6F12A50C-892D-4C2A-AA26-06B8E489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leftRotate 第一步：先接住中间子树，绝对不能先覆盖 root-&gt;left</a:t>
            </a:r>
          </a:p>
        </p:txBody>
      </p:sp>
      <p:sp>
        <p:nvSpPr>
          <p:cNvPr id="3" name="rule_15">
            <a:extLst xmlns:a="http://schemas.openxmlformats.org/drawingml/2006/main">
              <a:ext uri="{FF2B5EF4-FFF2-40B4-BE49-F238E27FC236}">
                <a16:creationId xmlns:a16="http://schemas.microsoft.com/office/drawing/2014/main" id="{5028110F-9426-497D-8007-DEA7DB5D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5">
            <a:extLst xmlns:a="http://schemas.openxmlformats.org/drawingml/2006/main">
              <a:ext uri="{FF2B5EF4-FFF2-40B4-BE49-F238E27FC236}">
                <a16:creationId xmlns:a16="http://schemas.microsoft.com/office/drawing/2014/main" id="{A362A6A6-AD85-4B3A-954E-41CF7636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before_panel_15">
            <a:extLst xmlns:a="http://schemas.openxmlformats.org/drawingml/2006/main">
              <a:ext uri="{FF2B5EF4-FFF2-40B4-BE49-F238E27FC236}">
                <a16:creationId xmlns:a16="http://schemas.microsoft.com/office/drawing/2014/main" id="{9D4AAFAF-608C-4AF7-AA90-BBBA9E72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5">
            <a:extLst xmlns:a="http://schemas.openxmlformats.org/drawingml/2006/main">
              <a:ext uri="{FF2B5EF4-FFF2-40B4-BE49-F238E27FC236}">
                <a16:creationId xmlns:a16="http://schemas.microsoft.com/office/drawing/2014/main" id="{9140A287-8E16-4E9B-BF1F-CA5539C9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5">
            <a:extLst xmlns:a="http://schemas.openxmlformats.org/drawingml/2006/main">
              <a:ext uri="{FF2B5EF4-FFF2-40B4-BE49-F238E27FC236}">
                <a16:creationId xmlns:a16="http://schemas.microsoft.com/office/drawing/2014/main" id="{113E1DB7-89DA-4F12-97EE-E6B6D8BC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旋转前：Y 的左子树 β 位于 X 与 Y 之间</a:t>
            </a:r>
          </a:p>
        </p:txBody>
      </p:sp>
      <p:sp>
        <p:nvSpPr>
          <p:cNvPr id="8" name="after_label_15">
            <a:extLst xmlns:a="http://schemas.openxmlformats.org/drawingml/2006/main">
              <a:ext uri="{FF2B5EF4-FFF2-40B4-BE49-F238E27FC236}">
                <a16:creationId xmlns:a16="http://schemas.microsoft.com/office/drawing/2014/main" id="{BAE74A00-66EE-428A-AE4F-2E8246DF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旋转后：β 只能改挂到 X 的右边</a:t>
            </a:r>
          </a:p>
        </p:txBody>
      </p:sp>
      <p:sp>
        <p:nvSpPr>
          <p:cNvPr id="9" name="before_15_edge_x_y">
            <a:extLst xmlns:a="http://schemas.openxmlformats.org/drawingml/2006/main">
              <a:ext uri="{FF2B5EF4-FFF2-40B4-BE49-F238E27FC236}">
                <a16:creationId xmlns:a16="http://schemas.microsoft.com/office/drawing/2014/main" id="{D84E82F0-718F-4AC0-811B-507E2993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05749">
            <a:off x="1947346" y="3319463"/>
            <a:ext cx="215368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5_edge_y_b">
            <a:extLst xmlns:a="http://schemas.openxmlformats.org/drawingml/2006/main">
              <a:ext uri="{FF2B5EF4-FFF2-40B4-BE49-F238E27FC236}">
                <a16:creationId xmlns:a16="http://schemas.microsoft.com/office/drawing/2014/main" id="{7D772BA7-E73C-48FF-AF11-50170C6D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15386">
            <a:off x="2910247" y="4510088"/>
            <a:ext cx="132325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5_edge_y_g">
            <a:extLst xmlns:a="http://schemas.openxmlformats.org/drawingml/2006/main">
              <a:ext uri="{FF2B5EF4-FFF2-40B4-BE49-F238E27FC236}">
                <a16:creationId xmlns:a16="http://schemas.microsoft.com/office/drawing/2014/main" id="{D6288E1D-567C-40E0-BF96-2EB695A4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79677">
            <a:off x="3588497" y="4510088"/>
            <a:ext cx="134788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15_x">
            <a:extLst xmlns:a="http://schemas.openxmlformats.org/drawingml/2006/main">
              <a:ext uri="{FF2B5EF4-FFF2-40B4-BE49-F238E27FC236}">
                <a16:creationId xmlns:a16="http://schemas.microsoft.com/office/drawing/2014/main" id="{1702FC17-7728-4DD1-A413-701AD7A9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5000" y="247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before_15_x_label">
            <a:extLst xmlns:a="http://schemas.openxmlformats.org/drawingml/2006/main">
              <a:ext uri="{FF2B5EF4-FFF2-40B4-BE49-F238E27FC236}">
                <a16:creationId xmlns:a16="http://schemas.microsoft.com/office/drawing/2014/main" id="{00054820-9DC8-4421-A5F7-5758F17A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43100" y="2590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14" name="before_15_y">
            <a:extLst xmlns:a="http://schemas.openxmlformats.org/drawingml/2006/main">
              <a:ext uri="{FF2B5EF4-FFF2-40B4-BE49-F238E27FC236}">
                <a16:creationId xmlns:a16="http://schemas.microsoft.com/office/drawing/2014/main" id="{30ED05E7-2A01-41CA-867F-3225DF7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7125" y="3714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before_15_y_label">
            <a:extLst xmlns:a="http://schemas.openxmlformats.org/drawingml/2006/main">
              <a:ext uri="{FF2B5EF4-FFF2-40B4-BE49-F238E27FC236}">
                <a16:creationId xmlns:a16="http://schemas.microsoft.com/office/drawing/2014/main" id="{E580123E-2F88-4D9F-B9CD-2A00F5E0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3829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</a:t>
            </a:r>
          </a:p>
        </p:txBody>
      </p:sp>
      <p:sp>
        <p:nvSpPr>
          <p:cNvPr id="16" name="before_15_b">
            <a:extLst xmlns:a="http://schemas.openxmlformats.org/drawingml/2006/main">
              <a:ext uri="{FF2B5EF4-FFF2-40B4-BE49-F238E27FC236}">
                <a16:creationId xmlns:a16="http://schemas.microsoft.com/office/drawing/2014/main" id="{83521C6F-4555-49CB-AF64-7781EA1B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00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15_b_label">
            <a:extLst xmlns:a="http://schemas.openxmlformats.org/drawingml/2006/main">
              <a:ext uri="{FF2B5EF4-FFF2-40B4-BE49-F238E27FC236}">
                <a16:creationId xmlns:a16="http://schemas.microsoft.com/office/drawing/2014/main" id="{75082B57-E999-403C-AD82-9496FCB0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38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</a:t>
            </a:r>
          </a:p>
        </p:txBody>
      </p:sp>
      <p:sp>
        <p:nvSpPr>
          <p:cNvPr id="18" name="before_15_g">
            <a:extLst xmlns:a="http://schemas.openxmlformats.org/drawingml/2006/main">
              <a:ext uri="{FF2B5EF4-FFF2-40B4-BE49-F238E27FC236}">
                <a16:creationId xmlns:a16="http://schemas.microsoft.com/office/drawing/2014/main" id="{FD12A6B8-E825-44B9-A345-0B6DCA10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8150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15_g_label">
            <a:extLst xmlns:a="http://schemas.openxmlformats.org/drawingml/2006/main">
              <a:ext uri="{FF2B5EF4-FFF2-40B4-BE49-F238E27FC236}">
                <a16:creationId xmlns:a16="http://schemas.microsoft.com/office/drawing/2014/main" id="{EF7547BB-9C61-426D-AFF7-731DB9CD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1960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γ</a:t>
            </a:r>
          </a:p>
        </p:txBody>
      </p:sp>
      <p:sp>
        <p:nvSpPr>
          <p:cNvPr id="20" name="after_15_edge_y_x">
            <a:extLst xmlns:a="http://schemas.openxmlformats.org/drawingml/2006/main">
              <a:ext uri="{FF2B5EF4-FFF2-40B4-BE49-F238E27FC236}">
                <a16:creationId xmlns:a16="http://schemas.microsoft.com/office/drawing/2014/main" id="{6ACA1416-4901-49F2-8776-F07E7207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60305">
            <a:off x="7684025" y="3367088"/>
            <a:ext cx="19198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fter_15_edge_y_g">
            <a:extLst xmlns:a="http://schemas.openxmlformats.org/drawingml/2006/main">
              <a:ext uri="{FF2B5EF4-FFF2-40B4-BE49-F238E27FC236}">
                <a16:creationId xmlns:a16="http://schemas.microsoft.com/office/drawing/2014/main" id="{56569BD4-702B-4D6C-AA7E-66FD819A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639695">
            <a:off x="9065150" y="3367088"/>
            <a:ext cx="19198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fter_15_edge_x_b">
            <a:extLst xmlns:a="http://schemas.openxmlformats.org/drawingml/2006/main">
              <a:ext uri="{FF2B5EF4-FFF2-40B4-BE49-F238E27FC236}">
                <a16:creationId xmlns:a16="http://schemas.microsoft.com/office/drawing/2014/main" id="{F5509BFE-D076-440B-AD6C-8CB216F1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565246">
            <a:off x="7654436" y="4557713"/>
            <a:ext cx="121700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fter_15_y">
            <a:extLst xmlns:a="http://schemas.openxmlformats.org/drawingml/2006/main">
              <a:ext uri="{FF2B5EF4-FFF2-40B4-BE49-F238E27FC236}">
                <a16:creationId xmlns:a16="http://schemas.microsoft.com/office/drawing/2014/main" id="{B23E0A04-B87B-46C9-B080-0DB92B16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96375" y="247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fter_15_y_label">
            <a:extLst xmlns:a="http://schemas.openxmlformats.org/drawingml/2006/main">
              <a:ext uri="{FF2B5EF4-FFF2-40B4-BE49-F238E27FC236}">
                <a16:creationId xmlns:a16="http://schemas.microsoft.com/office/drawing/2014/main" id="{3FD464EC-C565-4572-BA01-226BDFF0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4475" y="2590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</a:t>
            </a:r>
          </a:p>
        </p:txBody>
      </p:sp>
      <p:sp>
        <p:nvSpPr>
          <p:cNvPr id="25" name="after_15_x">
            <a:extLst xmlns:a="http://schemas.openxmlformats.org/drawingml/2006/main">
              <a:ext uri="{FF2B5EF4-FFF2-40B4-BE49-F238E27FC236}">
                <a16:creationId xmlns:a16="http://schemas.microsoft.com/office/drawing/2014/main" id="{DF169499-6F89-461C-A179-7D88B3EF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3810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after_15_x_label">
            <a:extLst xmlns:a="http://schemas.openxmlformats.org/drawingml/2006/main">
              <a:ext uri="{FF2B5EF4-FFF2-40B4-BE49-F238E27FC236}">
                <a16:creationId xmlns:a16="http://schemas.microsoft.com/office/drawing/2014/main" id="{E70D88CF-37AB-4249-B8C0-1B5606C4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27" name="after_15_g">
            <a:extLst xmlns:a="http://schemas.openxmlformats.org/drawingml/2006/main">
              <a:ext uri="{FF2B5EF4-FFF2-40B4-BE49-F238E27FC236}">
                <a16:creationId xmlns:a16="http://schemas.microsoft.com/office/drawing/2014/main" id="{7A1427F2-3D89-48BC-9D48-99513BBD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0" y="3810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after_15_g_label">
            <a:extLst xmlns:a="http://schemas.openxmlformats.org/drawingml/2006/main">
              <a:ext uri="{FF2B5EF4-FFF2-40B4-BE49-F238E27FC236}">
                <a16:creationId xmlns:a16="http://schemas.microsoft.com/office/drawing/2014/main" id="{0B61D6C3-6A4F-4B3E-A743-051BC8AC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156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γ</a:t>
            </a:r>
          </a:p>
        </p:txBody>
      </p:sp>
      <p:sp>
        <p:nvSpPr>
          <p:cNvPr id="29" name="after_15_b">
            <a:extLst xmlns:a="http://schemas.openxmlformats.org/drawingml/2006/main">
              <a:ext uri="{FF2B5EF4-FFF2-40B4-BE49-F238E27FC236}">
                <a16:creationId xmlns:a16="http://schemas.microsoft.com/office/drawing/2014/main" id="{3EC346E2-FB05-4364-97D9-8455EC0D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34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after_15_b_label">
            <a:extLst xmlns:a="http://schemas.openxmlformats.org/drawingml/2006/main">
              <a:ext uri="{FF2B5EF4-FFF2-40B4-BE49-F238E27FC236}">
                <a16:creationId xmlns:a16="http://schemas.microsoft.com/office/drawing/2014/main" id="{A65A658A-B78A-42BE-8369-53E0598F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72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</a:t>
            </a:r>
          </a:p>
        </p:txBody>
      </p:sp>
      <p:sp>
        <p:nvSpPr>
          <p:cNvPr id="31" name="transition_15_shaft">
            <a:extLst xmlns:a="http://schemas.openxmlformats.org/drawingml/2006/main">
              <a:ext uri="{FF2B5EF4-FFF2-40B4-BE49-F238E27FC236}">
                <a16:creationId xmlns:a16="http://schemas.microsoft.com/office/drawing/2014/main" id="{68378BAD-002C-427E-8F15-3B894B7C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ransition_15_head_1">
            <a:extLst xmlns:a="http://schemas.openxmlformats.org/drawingml/2006/main">
              <a:ext uri="{FF2B5EF4-FFF2-40B4-BE49-F238E27FC236}">
                <a16:creationId xmlns:a16="http://schemas.microsoft.com/office/drawing/2014/main" id="{8FE3AF71-BE97-4D19-A426-A6F09DC9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transition_15_head_2">
            <a:extLst xmlns:a="http://schemas.openxmlformats.org/drawingml/2006/main">
              <a:ext uri="{FF2B5EF4-FFF2-40B4-BE49-F238E27FC236}">
                <a16:creationId xmlns:a16="http://schemas.microsoft.com/office/drawing/2014/main" id="{338D2B6F-A9F3-4A70-AF22-992E9D57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ransition_caption_15">
            <a:extLst xmlns:a="http://schemas.openxmlformats.org/drawingml/2006/main">
              <a:ext uri="{FF2B5EF4-FFF2-40B4-BE49-F238E27FC236}">
                <a16:creationId xmlns:a16="http://schemas.microsoft.com/office/drawing/2014/main" id="{99393D54-D0E0-4E3C-AF0B-9E8C69D3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先执行 this-&gt;right = root-&gt;left，再执行 root-&gt;left = this。顺序反过来，β 的入口会被覆盖，整棵中间子树就找不回来了。</a:t>
            </a:r>
          </a:p>
        </p:txBody>
      </p:sp>
    </p:spTree>
    <p:extLst>
      <p:ext uri="{BB962C8B-B14F-4D97-AF65-F5344CB8AC3E}">
        <p14:creationId xmlns:p14="http://schemas.microsoft.com/office/powerpoint/2010/main" val="1277264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6">
            <a:extLst xmlns:a="http://schemas.openxmlformats.org/drawingml/2006/main">
              <a:ext uri="{FF2B5EF4-FFF2-40B4-BE49-F238E27FC236}">
                <a16:creationId xmlns:a16="http://schemas.microsoft.com/office/drawing/2014/main" id="{CC4E19BF-7349-4046-A9F0-EA7FDFB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05 · 旋转</a:t>
            </a:r>
          </a:p>
        </p:txBody>
      </p:sp>
      <p:sp>
        <p:nvSpPr>
          <p:cNvPr id="2" name="heading_16">
            <a:extLst xmlns:a="http://schemas.openxmlformats.org/drawingml/2006/main">
              <a:ext uri="{FF2B5EF4-FFF2-40B4-BE49-F238E27FC236}">
                <a16:creationId xmlns:a16="http://schemas.microsoft.com/office/drawing/2014/main" id="{7D1B395A-3827-43A6-8D87-13234B6F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leftRotate 还没结束：局部内部正确，不代表外部仍然连得上</a:t>
            </a:r>
          </a:p>
        </p:txBody>
      </p:sp>
      <p:sp>
        <p:nvSpPr>
          <p:cNvPr id="3" name="rule_16">
            <a:extLst xmlns:a="http://schemas.openxmlformats.org/drawingml/2006/main">
              <a:ext uri="{FF2B5EF4-FFF2-40B4-BE49-F238E27FC236}">
                <a16:creationId xmlns:a16="http://schemas.microsoft.com/office/drawing/2014/main" id="{A86C4D25-5119-4EE5-9852-2247907C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6">
            <a:extLst xmlns:a="http://schemas.openxmlformats.org/drawingml/2006/main">
              <a:ext uri="{FF2B5EF4-FFF2-40B4-BE49-F238E27FC236}">
                <a16:creationId xmlns:a16="http://schemas.microsoft.com/office/drawing/2014/main" id="{224CBC70-77D8-4AEC-AF96-C8F23BAB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question_16_42">
            <a:extLst xmlns:a="http://schemas.openxmlformats.org/drawingml/2006/main">
              <a:ext uri="{FF2B5EF4-FFF2-40B4-BE49-F238E27FC236}">
                <a16:creationId xmlns:a16="http://schemas.microsoft.com/office/drawing/2014/main" id="{C5D517DC-D4E7-4ADE-8875-36ED2710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旋转至少要补三座桥</a:t>
            </a:r>
          </a:p>
        </p:txBody>
      </p:sp>
      <p:sp>
        <p:nvSpPr>
          <p:cNvPr id="6" name="reason_bar_16_42">
            <a:extLst xmlns:a="http://schemas.openxmlformats.org/drawingml/2006/main">
              <a:ext uri="{FF2B5EF4-FFF2-40B4-BE49-F238E27FC236}">
                <a16:creationId xmlns:a16="http://schemas.microsoft.com/office/drawing/2014/main" id="{B386BBC6-8F5F-4A4C-966F-EB26A1F9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724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16_42">
            <a:extLst xmlns:a="http://schemas.openxmlformats.org/drawingml/2006/main">
              <a:ext uri="{FF2B5EF4-FFF2-40B4-BE49-F238E27FC236}">
                <a16:creationId xmlns:a16="http://schemas.microsoft.com/office/drawing/2014/main" id="{588646CD-AF5B-4A11-BA46-2CEAB4D7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第一座桥是中间子树 β：它从 Y 的左边改挂到 X 的右边，β-&gt;parent 也要改成 X。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第二座桥是外部父亲：旋转前外部指向 X，旋转后必须改为指向 Y。否则局部内部看起来正确，但从整棵树的 root 向下根本走不到新局部根。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第三座桥是 X 与 Y 的 parent：Y 继承 X 原来的 parent，X 的 parent 改成 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最后，如果 Y 已经没有 parent，说明它同时成了总根，还必须写 tree-&gt;root = Y。</a:t>
            </a:r>
          </a:p>
        </p:txBody>
      </p:sp>
      <p:sp>
        <p:nvSpPr>
          <p:cNvPr id="8" name="code_bg_16_665">
            <a:extLst xmlns:a="http://schemas.openxmlformats.org/drawingml/2006/main">
              <a:ext uri="{FF2B5EF4-FFF2-40B4-BE49-F238E27FC236}">
                <a16:creationId xmlns:a16="http://schemas.microsoft.com/office/drawing/2014/main" id="{B7E9292F-0E0A-4786-80A8-E9E2989A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714500"/>
            <a:ext cx="5095875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16_0">
            <a:extLst xmlns:a="http://schemas.openxmlformats.org/drawingml/2006/main">
              <a:ext uri="{FF2B5EF4-FFF2-40B4-BE49-F238E27FC236}">
                <a16:creationId xmlns:a16="http://schemas.microsoft.com/office/drawing/2014/main" id="{93766159-254D-41DE-A542-A0CBD439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81927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16_0">
            <a:extLst xmlns:a="http://schemas.openxmlformats.org/drawingml/2006/main">
              <a:ext uri="{FF2B5EF4-FFF2-40B4-BE49-F238E27FC236}">
                <a16:creationId xmlns:a16="http://schemas.microsoft.com/office/drawing/2014/main" id="{5CB17529-3139-43B4-9A72-0FD79F1C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8097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root-&gt;parent = this-&gt;parent;</a:t>
            </a:r>
          </a:p>
        </p:txBody>
      </p:sp>
      <p:sp>
        <p:nvSpPr>
          <p:cNvPr id="11" name="code_line_16_1">
            <a:extLst xmlns:a="http://schemas.openxmlformats.org/drawingml/2006/main">
              <a:ext uri="{FF2B5EF4-FFF2-40B4-BE49-F238E27FC236}">
                <a16:creationId xmlns:a16="http://schemas.microsoft.com/office/drawing/2014/main" id="{9D5798B2-C187-4F07-9CD0-E07ED269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478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16_2">
            <a:extLst xmlns:a="http://schemas.openxmlformats.org/drawingml/2006/main">
              <a:ext uri="{FF2B5EF4-FFF2-40B4-BE49-F238E27FC236}">
                <a16:creationId xmlns:a16="http://schemas.microsoft.com/office/drawing/2014/main" id="{857EB5B6-4135-4239-B922-F7C1A30E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2955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16_2">
            <a:extLst xmlns:a="http://schemas.openxmlformats.org/drawingml/2006/main">
              <a:ext uri="{FF2B5EF4-FFF2-40B4-BE49-F238E27FC236}">
                <a16:creationId xmlns:a16="http://schemas.microsoft.com/office/drawing/2014/main" id="{FDF38D0A-1B78-4939-BD33-B25FDFB4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86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(this-&gt;parent != NULL)</a:t>
            </a:r>
          </a:p>
        </p:txBody>
      </p:sp>
      <p:sp>
        <p:nvSpPr>
          <p:cNvPr id="14" name="code_line_16_3">
            <a:extLst xmlns:a="http://schemas.openxmlformats.org/drawingml/2006/main">
              <a:ext uri="{FF2B5EF4-FFF2-40B4-BE49-F238E27FC236}">
                <a16:creationId xmlns:a16="http://schemas.microsoft.com/office/drawing/2014/main" id="{CADFF326-60A7-4C13-A502-D679F2C5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524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5" name="code_line_16_4">
            <a:extLst xmlns:a="http://schemas.openxmlformats.org/drawingml/2006/main">
              <a:ext uri="{FF2B5EF4-FFF2-40B4-BE49-F238E27FC236}">
                <a16:creationId xmlns:a16="http://schemas.microsoft.com/office/drawing/2014/main" id="{CA0A296C-D518-4BFA-B02E-A7D6D4BD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762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if (this-&gt;parent-&gt;left == this)</a:t>
            </a:r>
          </a:p>
        </p:txBody>
      </p:sp>
      <p:sp>
        <p:nvSpPr>
          <p:cNvPr id="16" name="code_hl_16_5">
            <a:extLst xmlns:a="http://schemas.openxmlformats.org/drawingml/2006/main">
              <a:ext uri="{FF2B5EF4-FFF2-40B4-BE49-F238E27FC236}">
                <a16:creationId xmlns:a16="http://schemas.microsoft.com/office/drawing/2014/main" id="{6075B1CB-5DB5-4306-8285-A410554A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00990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de_line_16_5">
            <a:extLst xmlns:a="http://schemas.openxmlformats.org/drawingml/2006/main">
              <a:ext uri="{FF2B5EF4-FFF2-40B4-BE49-F238E27FC236}">
                <a16:creationId xmlns:a16="http://schemas.microsoft.com/office/drawing/2014/main" id="{9DA7C300-47F6-488A-9E5F-214A264B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003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this-&gt;parent-&gt;left = root;</a:t>
            </a:r>
          </a:p>
        </p:txBody>
      </p:sp>
      <p:sp>
        <p:nvSpPr>
          <p:cNvPr id="18" name="code_line_16_6">
            <a:extLst xmlns:a="http://schemas.openxmlformats.org/drawingml/2006/main">
              <a:ext uri="{FF2B5EF4-FFF2-40B4-BE49-F238E27FC236}">
                <a16:creationId xmlns:a16="http://schemas.microsoft.com/office/drawing/2014/main" id="{5ECE3905-6F00-49D1-AD5B-0865904F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385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else</a:t>
            </a:r>
          </a:p>
        </p:txBody>
      </p:sp>
      <p:sp>
        <p:nvSpPr>
          <p:cNvPr id="19" name="code_hl_16_7">
            <a:extLst xmlns:a="http://schemas.openxmlformats.org/drawingml/2006/main">
              <a:ext uri="{FF2B5EF4-FFF2-40B4-BE49-F238E27FC236}">
                <a16:creationId xmlns:a16="http://schemas.microsoft.com/office/drawing/2014/main" id="{388AE4EE-2A2A-45F5-BF2E-F0CA9F0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48615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de_line_16_7">
            <a:extLst xmlns:a="http://schemas.openxmlformats.org/drawingml/2006/main">
              <a:ext uri="{FF2B5EF4-FFF2-40B4-BE49-F238E27FC236}">
                <a16:creationId xmlns:a16="http://schemas.microsoft.com/office/drawing/2014/main" id="{BA677DC9-9630-44F8-A0BB-D9FAF29A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766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this-&gt;parent-&gt;right = root;</a:t>
            </a:r>
          </a:p>
        </p:txBody>
      </p:sp>
      <p:sp>
        <p:nvSpPr>
          <p:cNvPr id="21" name="code_line_16_8">
            <a:extLst xmlns:a="http://schemas.openxmlformats.org/drawingml/2006/main">
              <a:ext uri="{FF2B5EF4-FFF2-40B4-BE49-F238E27FC236}">
                <a16:creationId xmlns:a16="http://schemas.microsoft.com/office/drawing/2014/main" id="{56D2A3D3-BEC5-4FA9-B115-9D0FAFFA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7147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2" name="code_line_16_9">
            <a:extLst xmlns:a="http://schemas.openxmlformats.org/drawingml/2006/main">
              <a:ext uri="{FF2B5EF4-FFF2-40B4-BE49-F238E27FC236}">
                <a16:creationId xmlns:a16="http://schemas.microsoft.com/office/drawing/2014/main" id="{87772E72-A489-4612-B42A-45EC76A2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95287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code_hl_16_10">
            <a:extLst xmlns:a="http://schemas.openxmlformats.org/drawingml/2006/main">
              <a:ext uri="{FF2B5EF4-FFF2-40B4-BE49-F238E27FC236}">
                <a16:creationId xmlns:a16="http://schemas.microsoft.com/office/drawing/2014/main" id="{8242F647-BD6A-45AD-948D-3FA0E732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20052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de_line_16_10">
            <a:extLst xmlns:a="http://schemas.openxmlformats.org/drawingml/2006/main">
              <a:ext uri="{FF2B5EF4-FFF2-40B4-BE49-F238E27FC236}">
                <a16:creationId xmlns:a16="http://schemas.microsoft.com/office/drawing/2014/main" id="{CC981D48-A449-4FCC-B674-AF85DFD9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9100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this-&gt;parent = root;</a:t>
            </a:r>
          </a:p>
        </p:txBody>
      </p:sp>
      <p:sp>
        <p:nvSpPr>
          <p:cNvPr id="25" name="code_hl_16_11">
            <a:extLst xmlns:a="http://schemas.openxmlformats.org/drawingml/2006/main">
              <a:ext uri="{FF2B5EF4-FFF2-40B4-BE49-F238E27FC236}">
                <a16:creationId xmlns:a16="http://schemas.microsoft.com/office/drawing/2014/main" id="{14B9B8BA-7960-4B71-8D89-000DB8D6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438650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de_line_16_11">
            <a:extLst xmlns:a="http://schemas.openxmlformats.org/drawingml/2006/main">
              <a:ext uri="{FF2B5EF4-FFF2-40B4-BE49-F238E27FC236}">
                <a16:creationId xmlns:a16="http://schemas.microsoft.com/office/drawing/2014/main" id="{767901AE-8C67-4062-91B2-8AA7B3E3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429125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(root-&gt;parent == NULL)</a:t>
            </a:r>
          </a:p>
        </p:txBody>
      </p:sp>
      <p:sp>
        <p:nvSpPr>
          <p:cNvPr id="27" name="code_hl_16_12">
            <a:extLst xmlns:a="http://schemas.openxmlformats.org/drawingml/2006/main">
              <a:ext uri="{FF2B5EF4-FFF2-40B4-BE49-F238E27FC236}">
                <a16:creationId xmlns:a16="http://schemas.microsoft.com/office/drawing/2014/main" id="{AC737ADA-D0B1-4B21-AD3F-F60B2B04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676775"/>
            <a:ext cx="4943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de_line_16_12">
            <a:extLst xmlns:a="http://schemas.openxmlformats.org/drawingml/2006/main">
              <a:ext uri="{FF2B5EF4-FFF2-40B4-BE49-F238E27FC236}">
                <a16:creationId xmlns:a16="http://schemas.microsoft.com/office/drawing/2014/main" id="{57264A53-055C-4E88-84C3-906CAC0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667250"/>
            <a:ext cx="481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tree-&gt;root = root;</a:t>
            </a:r>
          </a:p>
        </p:txBody>
      </p:sp>
    </p:spTree>
    <p:extLst>
      <p:ext uri="{BB962C8B-B14F-4D97-AF65-F5344CB8AC3E}">
        <p14:creationId xmlns:p14="http://schemas.microsoft.com/office/powerpoint/2010/main" val="9943622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7">
            <a:extLst xmlns:a="http://schemas.openxmlformats.org/drawingml/2006/main">
              <a:ext uri="{FF2B5EF4-FFF2-40B4-BE49-F238E27FC236}">
                <a16:creationId xmlns:a16="http://schemas.microsoft.com/office/drawing/2014/main" id="{9D80FB0E-E219-4A94-A9BD-41B08746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05 · 旋转</a:t>
            </a:r>
          </a:p>
        </p:txBody>
      </p:sp>
      <p:sp>
        <p:nvSpPr>
          <p:cNvPr id="2" name="heading_17">
            <a:extLst xmlns:a="http://schemas.openxmlformats.org/drawingml/2006/main">
              <a:ext uri="{FF2B5EF4-FFF2-40B4-BE49-F238E27FC236}">
                <a16:creationId xmlns:a16="http://schemas.microsoft.com/office/drawing/2014/main" id="{A2170AF5-068B-47BC-BF54-B3852C4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rightRotate 不是另一套算法，它是 leftRotate 的严格镜像</a:t>
            </a:r>
          </a:p>
        </p:txBody>
      </p:sp>
      <p:sp>
        <p:nvSpPr>
          <p:cNvPr id="3" name="rule_17">
            <a:extLst xmlns:a="http://schemas.openxmlformats.org/drawingml/2006/main">
              <a:ext uri="{FF2B5EF4-FFF2-40B4-BE49-F238E27FC236}">
                <a16:creationId xmlns:a16="http://schemas.microsoft.com/office/drawing/2014/main" id="{AE363D01-4514-4094-90A5-7B2393DE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7">
            <a:extLst xmlns:a="http://schemas.openxmlformats.org/drawingml/2006/main">
              <a:ext uri="{FF2B5EF4-FFF2-40B4-BE49-F238E27FC236}">
                <a16:creationId xmlns:a16="http://schemas.microsoft.com/office/drawing/2014/main" id="{B8488FEC-E835-4DA9-B18A-FB0A6815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before_panel_17">
            <a:extLst xmlns:a="http://schemas.openxmlformats.org/drawingml/2006/main">
              <a:ext uri="{FF2B5EF4-FFF2-40B4-BE49-F238E27FC236}">
                <a16:creationId xmlns:a16="http://schemas.microsoft.com/office/drawing/2014/main" id="{6D09344D-EF0A-48A5-B7F6-50AD2682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7">
            <a:extLst xmlns:a="http://schemas.openxmlformats.org/drawingml/2006/main">
              <a:ext uri="{FF2B5EF4-FFF2-40B4-BE49-F238E27FC236}">
                <a16:creationId xmlns:a16="http://schemas.microsoft.com/office/drawing/2014/main" id="{94D9F591-1C3C-430C-9F92-5E875374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7">
            <a:extLst xmlns:a="http://schemas.openxmlformats.org/drawingml/2006/main">
              <a:ext uri="{FF2B5EF4-FFF2-40B4-BE49-F238E27FC236}">
                <a16:creationId xmlns:a16="http://schemas.microsoft.com/office/drawing/2014/main" id="{81E067D0-4121-41D3-9AD0-14DA00A7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右旋前：Y 的右子树 β 位于 Y 与 X 之间</a:t>
            </a:r>
          </a:p>
        </p:txBody>
      </p:sp>
      <p:sp>
        <p:nvSpPr>
          <p:cNvPr id="8" name="after_label_17">
            <a:extLst xmlns:a="http://schemas.openxmlformats.org/drawingml/2006/main">
              <a:ext uri="{FF2B5EF4-FFF2-40B4-BE49-F238E27FC236}">
                <a16:creationId xmlns:a16="http://schemas.microsoft.com/office/drawing/2014/main" id="{8E45DD53-89A3-465D-8CF9-6B001943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右旋后：β 改挂到 X 的左边</a:t>
            </a:r>
          </a:p>
        </p:txBody>
      </p:sp>
      <p:sp>
        <p:nvSpPr>
          <p:cNvPr id="9" name="before_17_edge_x_y">
            <a:extLst xmlns:a="http://schemas.openxmlformats.org/drawingml/2006/main">
              <a:ext uri="{FF2B5EF4-FFF2-40B4-BE49-F238E27FC236}">
                <a16:creationId xmlns:a16="http://schemas.microsoft.com/office/drawing/2014/main" id="{4D05D2C2-C1B2-4736-BC34-BDFE7737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321483">
            <a:off x="1882812" y="3295650"/>
            <a:ext cx="2092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7_edge_y_b">
            <a:extLst xmlns:a="http://schemas.openxmlformats.org/drawingml/2006/main">
              <a:ext uri="{FF2B5EF4-FFF2-40B4-BE49-F238E27FC236}">
                <a16:creationId xmlns:a16="http://schemas.microsoft.com/office/drawing/2014/main" id="{C64E2AD9-AAC7-4575-A8F6-26E6C651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13319">
            <a:off x="1846444" y="4533900"/>
            <a:ext cx="130773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7_x">
            <a:extLst xmlns:a="http://schemas.openxmlformats.org/drawingml/2006/main">
              <a:ext uri="{FF2B5EF4-FFF2-40B4-BE49-F238E27FC236}">
                <a16:creationId xmlns:a16="http://schemas.microsoft.com/office/drawing/2014/main" id="{7BA467AC-E67E-4374-96E7-176687AC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662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before_17_x_label">
            <a:extLst xmlns:a="http://schemas.openxmlformats.org/drawingml/2006/main">
              <a:ext uri="{FF2B5EF4-FFF2-40B4-BE49-F238E27FC236}">
                <a16:creationId xmlns:a16="http://schemas.microsoft.com/office/drawing/2014/main" id="{2CFA91FC-3350-42C1-8592-AB2BA0E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1472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13" name="before_17_y">
            <a:extLst xmlns:a="http://schemas.openxmlformats.org/drawingml/2006/main">
              <a:ext uri="{FF2B5EF4-FFF2-40B4-BE49-F238E27FC236}">
                <a16:creationId xmlns:a16="http://schemas.microsoft.com/office/drawing/2014/main" id="{B4D6C3D2-DC11-46B5-9500-0B3DA443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050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17_y_label">
            <a:extLst xmlns:a="http://schemas.openxmlformats.org/drawingml/2006/main">
              <a:ext uri="{FF2B5EF4-FFF2-40B4-BE49-F238E27FC236}">
                <a16:creationId xmlns:a16="http://schemas.microsoft.com/office/drawing/2014/main" id="{DEBED641-8718-4657-8040-A90378DD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431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</a:t>
            </a:r>
          </a:p>
        </p:txBody>
      </p:sp>
      <p:sp>
        <p:nvSpPr>
          <p:cNvPr id="15" name="before_17_b">
            <a:extLst xmlns:a="http://schemas.openxmlformats.org/drawingml/2006/main">
              <a:ext uri="{FF2B5EF4-FFF2-40B4-BE49-F238E27FC236}">
                <a16:creationId xmlns:a16="http://schemas.microsoft.com/office/drawing/2014/main" id="{82837FF5-8EC5-4159-ABD8-0C021DD9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before_17_b_label">
            <a:extLst xmlns:a="http://schemas.openxmlformats.org/drawingml/2006/main">
              <a:ext uri="{FF2B5EF4-FFF2-40B4-BE49-F238E27FC236}">
                <a16:creationId xmlns:a16="http://schemas.microsoft.com/office/drawing/2014/main" id="{5C3FBA74-472D-4A44-96A6-8A62A9E7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</a:t>
            </a:r>
          </a:p>
        </p:txBody>
      </p:sp>
      <p:sp>
        <p:nvSpPr>
          <p:cNvPr id="17" name="after_17_edge_y_x">
            <a:extLst xmlns:a="http://schemas.openxmlformats.org/drawingml/2006/main">
              <a:ext uri="{FF2B5EF4-FFF2-40B4-BE49-F238E27FC236}">
                <a16:creationId xmlns:a16="http://schemas.microsoft.com/office/drawing/2014/main" id="{85F2B411-36FA-4483-9360-7B98E548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378650">
            <a:off x="8085456" y="3295650"/>
            <a:ext cx="216471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fter_17_edge_x_b">
            <a:extLst xmlns:a="http://schemas.openxmlformats.org/drawingml/2006/main">
              <a:ext uri="{FF2B5EF4-FFF2-40B4-BE49-F238E27FC236}">
                <a16:creationId xmlns:a16="http://schemas.microsoft.com/office/drawing/2014/main" id="{9198A183-AD79-42B6-B7B7-947F3378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86681">
            <a:off x="8990194" y="4533900"/>
            <a:ext cx="130773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fter_17_y">
            <a:extLst xmlns:a="http://schemas.openxmlformats.org/drawingml/2006/main">
              <a:ext uri="{FF2B5EF4-FFF2-40B4-BE49-F238E27FC236}">
                <a16:creationId xmlns:a16="http://schemas.microsoft.com/office/drawing/2014/main" id="{21736E21-2D48-417B-BC7F-880467E6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25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after_17_y_label">
            <a:extLst xmlns:a="http://schemas.openxmlformats.org/drawingml/2006/main">
              <a:ext uri="{FF2B5EF4-FFF2-40B4-BE49-F238E27FC236}">
                <a16:creationId xmlns:a16="http://schemas.microsoft.com/office/drawing/2014/main" id="{D881F90C-D750-45A7-B186-6D36AF1D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Y</a:t>
            </a:r>
          </a:p>
        </p:txBody>
      </p:sp>
      <p:sp>
        <p:nvSpPr>
          <p:cNvPr id="21" name="after_17_x">
            <a:extLst xmlns:a="http://schemas.openxmlformats.org/drawingml/2006/main">
              <a:ext uri="{FF2B5EF4-FFF2-40B4-BE49-F238E27FC236}">
                <a16:creationId xmlns:a16="http://schemas.microsoft.com/office/drawing/2014/main" id="{66E6C418-B559-4B4D-B6B4-3897E150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3125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after_17_x_label">
            <a:extLst xmlns:a="http://schemas.openxmlformats.org/drawingml/2006/main">
              <a:ext uri="{FF2B5EF4-FFF2-40B4-BE49-F238E27FC236}">
                <a16:creationId xmlns:a16="http://schemas.microsoft.com/office/drawing/2014/main" id="{8CD4B1E1-0075-4772-A76C-2D93A311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01225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</p:txBody>
      </p:sp>
      <p:sp>
        <p:nvSpPr>
          <p:cNvPr id="23" name="after_17_b">
            <a:extLst xmlns:a="http://schemas.openxmlformats.org/drawingml/2006/main">
              <a:ext uri="{FF2B5EF4-FFF2-40B4-BE49-F238E27FC236}">
                <a16:creationId xmlns:a16="http://schemas.microsoft.com/office/drawing/2014/main" id="{AFC94DE7-2E8D-4071-A142-31FB6C0A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after_17_b_label">
            <a:extLst xmlns:a="http://schemas.openxmlformats.org/drawingml/2006/main">
              <a:ext uri="{FF2B5EF4-FFF2-40B4-BE49-F238E27FC236}">
                <a16:creationId xmlns:a16="http://schemas.microsoft.com/office/drawing/2014/main" id="{D7940FBA-CF7E-4067-AE5A-37524946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68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β</a:t>
            </a:r>
          </a:p>
        </p:txBody>
      </p:sp>
      <p:sp>
        <p:nvSpPr>
          <p:cNvPr id="25" name="transition_17_shaft">
            <a:extLst xmlns:a="http://schemas.openxmlformats.org/drawingml/2006/main">
              <a:ext uri="{FF2B5EF4-FFF2-40B4-BE49-F238E27FC236}">
                <a16:creationId xmlns:a16="http://schemas.microsoft.com/office/drawing/2014/main" id="{947CA96C-3197-4A3F-8358-98F05F92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ransition_17_head_1">
            <a:extLst xmlns:a="http://schemas.openxmlformats.org/drawingml/2006/main">
              <a:ext uri="{FF2B5EF4-FFF2-40B4-BE49-F238E27FC236}">
                <a16:creationId xmlns:a16="http://schemas.microsoft.com/office/drawing/2014/main" id="{A5025BAB-3DE9-43B8-9401-0F0269BD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ransition_17_head_2">
            <a:extLst xmlns:a="http://schemas.openxmlformats.org/drawingml/2006/main">
              <a:ext uri="{FF2B5EF4-FFF2-40B4-BE49-F238E27FC236}">
                <a16:creationId xmlns:a16="http://schemas.microsoft.com/office/drawing/2014/main" id="{78280C4B-D71F-4E50-B7DC-34B56828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ransition_caption_17">
            <a:extLst xmlns:a="http://schemas.openxmlformats.org/drawingml/2006/main">
              <a:ext uri="{FF2B5EF4-FFF2-40B4-BE49-F238E27FC236}">
                <a16:creationId xmlns:a16="http://schemas.microsoft.com/office/drawing/2014/main" id="{57937F43-5AF0-41DE-9E25-168C2580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理论上把 left 与 right 全部交换就能得到右旋，但代码很容易只换一半。因此测试必须准备左右镜像案例，专门抓中间子树方向或外部父指针写反。</a:t>
            </a:r>
          </a:p>
        </p:txBody>
      </p:sp>
    </p:spTree>
    <p:extLst>
      <p:ext uri="{BB962C8B-B14F-4D97-AF65-F5344CB8AC3E}">
        <p14:creationId xmlns:p14="http://schemas.microsoft.com/office/powerpoint/2010/main" val="21177549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8">
            <a:extLst xmlns:a="http://schemas.openxmlformats.org/drawingml/2006/main">
              <a:ext uri="{FF2B5EF4-FFF2-40B4-BE49-F238E27FC236}">
                <a16:creationId xmlns:a16="http://schemas.microsoft.com/office/drawing/2014/main" id="{90DDCE74-6815-40FD-AE5C-6E2687C6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18">
            <a:extLst xmlns:a="http://schemas.openxmlformats.org/drawingml/2006/main">
              <a:ext uri="{FF2B5EF4-FFF2-40B4-BE49-F238E27FC236}">
                <a16:creationId xmlns:a16="http://schemas.microsoft.com/office/drawing/2014/main" id="{A9F73213-EDA1-4F6A-860A-D46E50B6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remove 的第一件事：分清 this 与真正要 delete 的 node</a:t>
            </a:r>
          </a:p>
        </p:txBody>
      </p:sp>
      <p:sp>
        <p:nvSpPr>
          <p:cNvPr id="3" name="rule_18">
            <a:extLst xmlns:a="http://schemas.openxmlformats.org/drawingml/2006/main">
              <a:ext uri="{FF2B5EF4-FFF2-40B4-BE49-F238E27FC236}">
                <a16:creationId xmlns:a16="http://schemas.microsoft.com/office/drawing/2014/main" id="{0AAE0789-C0AD-489A-9815-5D8C204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8">
            <a:extLst xmlns:a="http://schemas.openxmlformats.org/drawingml/2006/main">
              <a:ext uri="{FF2B5EF4-FFF2-40B4-BE49-F238E27FC236}">
                <a16:creationId xmlns:a16="http://schemas.microsoft.com/office/drawing/2014/main" id="{BF98506E-464A-4660-A3E0-F8AC0F92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question_18_42">
            <a:extLst xmlns:a="http://schemas.openxmlformats.org/drawingml/2006/main">
              <a:ext uri="{FF2B5EF4-FFF2-40B4-BE49-F238E27FC236}">
                <a16:creationId xmlns:a16="http://schemas.microsoft.com/office/drawing/2014/main" id="{E6588840-74F0-4596-9E0D-A02FC66A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删除两个孩子的节点为什么最麻烦？</a:t>
            </a:r>
          </a:p>
        </p:txBody>
      </p:sp>
      <p:sp>
        <p:nvSpPr>
          <p:cNvPr id="6" name="reason_bar_18_42">
            <a:extLst xmlns:a="http://schemas.openxmlformats.org/drawingml/2006/main">
              <a:ext uri="{FF2B5EF4-FFF2-40B4-BE49-F238E27FC236}">
                <a16:creationId xmlns:a16="http://schemas.microsoft.com/office/drawing/2014/main" id="{F0806B3F-E306-45D0-880D-BA07A42D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18_42">
            <a:extLst xmlns:a="http://schemas.openxmlformats.org/drawingml/2006/main">
              <a:ext uri="{FF2B5EF4-FFF2-40B4-BE49-F238E27FC236}">
                <a16:creationId xmlns:a16="http://schemas.microsoft.com/office/drawing/2014/main" id="{465DE68B-59AE-4394-AFAB-35BFB5E8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因为它左右两边都还保存着有效子树。直接把这个节点从父亲下面摘掉，至少有一边会失去入口。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代码没有交换完整节点，而是去右子树一路向左，找到中序后继。后继是右子树最小值，因此不可能再有左孩子；它最多只有一个右孩子。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然后只把后继 key 复制到 this。对外看，目标 key 已经消失；对内看，真正需要从指针结构中摘掉的 node 已被降维成“至多一个孩子”。</a:t>
            </a:r>
          </a:p>
        </p:txBody>
      </p:sp>
      <p:sp>
        <p:nvSpPr>
          <p:cNvPr id="8" name="code_bg_18_665">
            <a:extLst xmlns:a="http://schemas.openxmlformats.org/drawingml/2006/main">
              <a:ext uri="{FF2B5EF4-FFF2-40B4-BE49-F238E27FC236}">
                <a16:creationId xmlns:a16="http://schemas.microsoft.com/office/drawing/2014/main" id="{CCD4C162-1689-4CFC-9C5C-8CD599EE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809750"/>
            <a:ext cx="5000625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18_0">
            <a:extLst xmlns:a="http://schemas.openxmlformats.org/drawingml/2006/main">
              <a:ext uri="{FF2B5EF4-FFF2-40B4-BE49-F238E27FC236}">
                <a16:creationId xmlns:a16="http://schemas.microsoft.com/office/drawing/2014/main" id="{90CD1543-BF99-407A-AACB-7F2EFF07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91452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18_0">
            <a:extLst xmlns:a="http://schemas.openxmlformats.org/drawingml/2006/main">
              <a:ext uri="{FF2B5EF4-FFF2-40B4-BE49-F238E27FC236}">
                <a16:creationId xmlns:a16="http://schemas.microsoft.com/office/drawing/2014/main" id="{4DCA0428-4728-4238-B489-84A960DF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9050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node = this;</a:t>
            </a:r>
          </a:p>
        </p:txBody>
      </p:sp>
      <p:sp>
        <p:nvSpPr>
          <p:cNvPr id="11" name="code_line_18_1">
            <a:extLst xmlns:a="http://schemas.openxmlformats.org/drawingml/2006/main">
              <a:ext uri="{FF2B5EF4-FFF2-40B4-BE49-F238E27FC236}">
                <a16:creationId xmlns:a16="http://schemas.microsoft.com/office/drawing/2014/main" id="{BFCE163C-382A-410C-B2F8-7E9EECF2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431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18_2">
            <a:extLst xmlns:a="http://schemas.openxmlformats.org/drawingml/2006/main">
              <a:ext uri="{FF2B5EF4-FFF2-40B4-BE49-F238E27FC236}">
                <a16:creationId xmlns:a16="http://schemas.microsoft.com/office/drawing/2014/main" id="{0BE98C36-11B1-493A-9C30-13DF0432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39077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18_2">
            <a:extLst xmlns:a="http://schemas.openxmlformats.org/drawingml/2006/main">
              <a:ext uri="{FF2B5EF4-FFF2-40B4-BE49-F238E27FC236}">
                <a16:creationId xmlns:a16="http://schemas.microsoft.com/office/drawing/2014/main" id="{32BC3441-E071-444C-AE60-3D35A782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3812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(this-&gt;left != NULL &amp;&amp; this-&gt;right != NULL)</a:t>
            </a:r>
          </a:p>
        </p:txBody>
      </p:sp>
      <p:sp>
        <p:nvSpPr>
          <p:cNvPr id="14" name="code_line_18_3">
            <a:extLst xmlns:a="http://schemas.openxmlformats.org/drawingml/2006/main">
              <a:ext uri="{FF2B5EF4-FFF2-40B4-BE49-F238E27FC236}">
                <a16:creationId xmlns:a16="http://schemas.microsoft.com/office/drawing/2014/main" id="{0221A895-0F10-48EE-9350-BA23685E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6193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{</a:t>
            </a:r>
          </a:p>
        </p:txBody>
      </p:sp>
      <p:sp>
        <p:nvSpPr>
          <p:cNvPr id="15" name="code_hl_18_4">
            <a:extLst xmlns:a="http://schemas.openxmlformats.org/drawingml/2006/main">
              <a:ext uri="{FF2B5EF4-FFF2-40B4-BE49-F238E27FC236}">
                <a16:creationId xmlns:a16="http://schemas.microsoft.com/office/drawing/2014/main" id="{B029528C-5B2C-409E-A4FC-29304ED0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86702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18_4">
            <a:extLst xmlns:a="http://schemas.openxmlformats.org/drawingml/2006/main">
              <a:ext uri="{FF2B5EF4-FFF2-40B4-BE49-F238E27FC236}">
                <a16:creationId xmlns:a16="http://schemas.microsoft.com/office/drawing/2014/main" id="{4715F17B-CE56-4484-8325-8705EA39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8575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node = this-&gt;right;</a:t>
            </a:r>
          </a:p>
        </p:txBody>
      </p:sp>
      <p:sp>
        <p:nvSpPr>
          <p:cNvPr id="17" name="code_hl_18_5">
            <a:extLst xmlns:a="http://schemas.openxmlformats.org/drawingml/2006/main">
              <a:ext uri="{FF2B5EF4-FFF2-40B4-BE49-F238E27FC236}">
                <a16:creationId xmlns:a16="http://schemas.microsoft.com/office/drawing/2014/main" id="{4C9BFF71-29C7-480E-9956-B09484D5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105150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de_line_18_5">
            <a:extLst xmlns:a="http://schemas.openxmlformats.org/drawingml/2006/main">
              <a:ext uri="{FF2B5EF4-FFF2-40B4-BE49-F238E27FC236}">
                <a16:creationId xmlns:a16="http://schemas.microsoft.com/office/drawing/2014/main" id="{2AEF0F50-7ED6-42E1-AD18-E8466132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956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while (node-&gt;left != NULL)</a:t>
            </a:r>
          </a:p>
        </p:txBody>
      </p:sp>
      <p:sp>
        <p:nvSpPr>
          <p:cNvPr id="19" name="code_hl_18_6">
            <a:extLst xmlns:a="http://schemas.openxmlformats.org/drawingml/2006/main">
              <a:ext uri="{FF2B5EF4-FFF2-40B4-BE49-F238E27FC236}">
                <a16:creationId xmlns:a16="http://schemas.microsoft.com/office/drawing/2014/main" id="{D6FA093A-13E3-454C-99C3-A0405B0A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34327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de_line_18_6">
            <a:extLst xmlns:a="http://schemas.openxmlformats.org/drawingml/2006/main">
              <a:ext uri="{FF2B5EF4-FFF2-40B4-BE49-F238E27FC236}">
                <a16:creationId xmlns:a16="http://schemas.microsoft.com/office/drawing/2014/main" id="{A45FDEDF-ECEA-4677-A7B3-44F9A67F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3337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    node = node-&gt;left;</a:t>
            </a:r>
          </a:p>
        </p:txBody>
      </p:sp>
      <p:sp>
        <p:nvSpPr>
          <p:cNvPr id="21" name="code_line_18_7">
            <a:extLst xmlns:a="http://schemas.openxmlformats.org/drawingml/2006/main">
              <a:ext uri="{FF2B5EF4-FFF2-40B4-BE49-F238E27FC236}">
                <a16:creationId xmlns:a16="http://schemas.microsoft.com/office/drawing/2014/main" id="{D9B98612-7DC4-4F44-9B8A-DC33E17F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5718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code_hl_18_8">
            <a:extLst xmlns:a="http://schemas.openxmlformats.org/drawingml/2006/main">
              <a:ext uri="{FF2B5EF4-FFF2-40B4-BE49-F238E27FC236}">
                <a16:creationId xmlns:a16="http://schemas.microsoft.com/office/drawing/2014/main" id="{4C9C7ABA-1D9C-4619-9CAC-2222C10E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81952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18_8">
            <a:extLst xmlns:a="http://schemas.openxmlformats.org/drawingml/2006/main">
              <a:ext uri="{FF2B5EF4-FFF2-40B4-BE49-F238E27FC236}">
                <a16:creationId xmlns:a16="http://schemas.microsoft.com/office/drawing/2014/main" id="{CCF76165-0F86-4BF0-82A4-F5975E70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8100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this-&gt;key = node-&gt;key;</a:t>
            </a:r>
          </a:p>
        </p:txBody>
      </p:sp>
      <p:sp>
        <p:nvSpPr>
          <p:cNvPr id="24" name="code_line_18_9">
            <a:extLst xmlns:a="http://schemas.openxmlformats.org/drawingml/2006/main">
              <a:ext uri="{FF2B5EF4-FFF2-40B4-BE49-F238E27FC236}">
                <a16:creationId xmlns:a16="http://schemas.microsoft.com/office/drawing/2014/main" id="{62F53377-7656-4659-8EA5-9B87CA34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0481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5" name="takeaway_18">
            <a:extLst xmlns:a="http://schemas.openxmlformats.org/drawingml/2006/main">
              <a:ext uri="{FF2B5EF4-FFF2-40B4-BE49-F238E27FC236}">
                <a16:creationId xmlns:a16="http://schemas.microsoft.com/office/drawing/2014/main" id="{D4C97D44-05FF-4267-A451-FC93252F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this 是用户想删除的位置；node 才是最后真正释放的对象。</a:t>
            </a:r>
          </a:p>
        </p:txBody>
      </p:sp>
    </p:spTree>
    <p:extLst>
      <p:ext uri="{BB962C8B-B14F-4D97-AF65-F5344CB8AC3E}">
        <p14:creationId xmlns:p14="http://schemas.microsoft.com/office/powerpoint/2010/main" val="121466319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19">
            <a:extLst xmlns:a="http://schemas.openxmlformats.org/drawingml/2006/main">
              <a:ext uri="{FF2B5EF4-FFF2-40B4-BE49-F238E27FC236}">
                <a16:creationId xmlns:a16="http://schemas.microsoft.com/office/drawing/2014/main" id="{8A1F7F4D-6A37-4F79-8A2E-07955A6B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19">
            <a:extLst xmlns:a="http://schemas.openxmlformats.org/drawingml/2006/main">
              <a:ext uri="{FF2B5EF4-FFF2-40B4-BE49-F238E27FC236}">
                <a16:creationId xmlns:a16="http://schemas.microsoft.com/office/drawing/2014/main" id="{3A480222-329C-4477-8C47-A9A25927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复制后继 key：为什么不交换两个完整节点</a:t>
            </a:r>
          </a:p>
        </p:txBody>
      </p:sp>
      <p:sp>
        <p:nvSpPr>
          <p:cNvPr id="3" name="rule_19">
            <a:extLst xmlns:a="http://schemas.openxmlformats.org/drawingml/2006/main">
              <a:ext uri="{FF2B5EF4-FFF2-40B4-BE49-F238E27FC236}">
                <a16:creationId xmlns:a16="http://schemas.microsoft.com/office/drawing/2014/main" id="{DF3369ED-BC8F-4D6E-A9C5-0B114162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19">
            <a:extLst xmlns:a="http://schemas.openxmlformats.org/drawingml/2006/main">
              <a:ext uri="{FF2B5EF4-FFF2-40B4-BE49-F238E27FC236}">
                <a16:creationId xmlns:a16="http://schemas.microsoft.com/office/drawing/2014/main" id="{2EEB8EB4-9FE3-4744-9247-4B23C1C2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before_panel_19">
            <a:extLst xmlns:a="http://schemas.openxmlformats.org/drawingml/2006/main">
              <a:ext uri="{FF2B5EF4-FFF2-40B4-BE49-F238E27FC236}">
                <a16:creationId xmlns:a16="http://schemas.microsoft.com/office/drawing/2014/main" id="{60802115-7F30-4F23-A852-E1E75297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19">
            <a:extLst xmlns:a="http://schemas.openxmlformats.org/drawingml/2006/main">
              <a:ext uri="{FF2B5EF4-FFF2-40B4-BE49-F238E27FC236}">
                <a16:creationId xmlns:a16="http://schemas.microsoft.com/office/drawing/2014/main" id="{0FDC6AFC-9D25-4207-B6D7-07816DDF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19">
            <a:extLst xmlns:a="http://schemas.openxmlformats.org/drawingml/2006/main">
              <a:ext uri="{FF2B5EF4-FFF2-40B4-BE49-F238E27FC236}">
                <a16:creationId xmlns:a16="http://schemas.microsoft.com/office/drawing/2014/main" id="{C95F9E9C-B2CB-4B44-84ED-CCA87C2B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用户要求删除 10</a:t>
            </a:r>
          </a:p>
        </p:txBody>
      </p:sp>
      <p:sp>
        <p:nvSpPr>
          <p:cNvPr id="8" name="after_label_19">
            <a:extLst xmlns:a="http://schemas.openxmlformats.org/drawingml/2006/main">
              <a:ext uri="{FF2B5EF4-FFF2-40B4-BE49-F238E27FC236}">
                <a16:creationId xmlns:a16="http://schemas.microsoft.com/office/drawing/2014/main" id="{A2998C11-5FC9-49A9-BF83-158DCFC3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10 的 key 变成 12，原后继成为待摘除 node</a:t>
            </a:r>
          </a:p>
        </p:txBody>
      </p:sp>
      <p:sp>
        <p:nvSpPr>
          <p:cNvPr id="9" name="before_19_edge_a_b">
            <a:extLst xmlns:a="http://schemas.openxmlformats.org/drawingml/2006/main">
              <a:ext uri="{FF2B5EF4-FFF2-40B4-BE49-F238E27FC236}">
                <a16:creationId xmlns:a16="http://schemas.microsoft.com/office/drawing/2014/main" id="{5DB13409-91F1-4129-8C82-9B7AFB1A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689434">
            <a:off x="1533311" y="3319463"/>
            <a:ext cx="169587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19_edge_a_d">
            <a:extLst xmlns:a="http://schemas.openxmlformats.org/drawingml/2006/main">
              <a:ext uri="{FF2B5EF4-FFF2-40B4-BE49-F238E27FC236}">
                <a16:creationId xmlns:a16="http://schemas.microsoft.com/office/drawing/2014/main" id="{6E071369-BF2F-43FF-A508-6468D0621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963922">
            <a:off x="2598463" y="3319463"/>
            <a:ext cx="175632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19_edge_d_e">
            <a:extLst xmlns:a="http://schemas.openxmlformats.org/drawingml/2006/main">
              <a:ext uri="{FF2B5EF4-FFF2-40B4-BE49-F238E27FC236}">
                <a16:creationId xmlns:a16="http://schemas.microsoft.com/office/drawing/2014/main" id="{3C12D70C-95B5-4D01-B9FF-77A52FAE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053169">
            <a:off x="3144625" y="4533900"/>
            <a:ext cx="12354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19_edge_d_f">
            <a:extLst xmlns:a="http://schemas.openxmlformats.org/drawingml/2006/main">
              <a:ext uri="{FF2B5EF4-FFF2-40B4-BE49-F238E27FC236}">
                <a16:creationId xmlns:a16="http://schemas.microsoft.com/office/drawing/2014/main" id="{162246C9-6211-4E05-8319-7B569428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31447">
            <a:off x="3728569" y="4533900"/>
            <a:ext cx="125823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19_a">
            <a:extLst xmlns:a="http://schemas.openxmlformats.org/drawingml/2006/main">
              <a:ext uri="{FF2B5EF4-FFF2-40B4-BE49-F238E27FC236}">
                <a16:creationId xmlns:a16="http://schemas.microsoft.com/office/drawing/2014/main" id="{471F71B0-6A61-4B3E-BE1E-89E12DAA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428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19_a_label">
            <a:extLst xmlns:a="http://schemas.openxmlformats.org/drawingml/2006/main">
              <a:ext uri="{FF2B5EF4-FFF2-40B4-BE49-F238E27FC236}">
                <a16:creationId xmlns:a16="http://schemas.microsoft.com/office/drawing/2014/main" id="{41E9818E-8DEC-45AC-B226-2E6044B3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2543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5" name="before_19_b">
            <a:extLst xmlns:a="http://schemas.openxmlformats.org/drawingml/2006/main">
              <a:ext uri="{FF2B5EF4-FFF2-40B4-BE49-F238E27FC236}">
                <a16:creationId xmlns:a16="http://schemas.microsoft.com/office/drawing/2014/main" id="{01B8BC92-F316-436F-B453-68B995E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925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before_19_b_label">
            <a:extLst xmlns:a="http://schemas.openxmlformats.org/drawingml/2006/main">
              <a:ext uri="{FF2B5EF4-FFF2-40B4-BE49-F238E27FC236}">
                <a16:creationId xmlns:a16="http://schemas.microsoft.com/office/drawing/2014/main" id="{F4FE64FF-2FAF-4BC9-ABF4-29A5464F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5735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before_19_d">
            <a:extLst xmlns:a="http://schemas.openxmlformats.org/drawingml/2006/main">
              <a:ext uri="{FF2B5EF4-FFF2-40B4-BE49-F238E27FC236}">
                <a16:creationId xmlns:a16="http://schemas.microsoft.com/office/drawing/2014/main" id="{47B126E1-B6A3-4C17-A792-4CF17A99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00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before_19_d_label">
            <a:extLst xmlns:a="http://schemas.openxmlformats.org/drawingml/2006/main">
              <a:ext uri="{FF2B5EF4-FFF2-40B4-BE49-F238E27FC236}">
                <a16:creationId xmlns:a16="http://schemas.microsoft.com/office/drawing/2014/main" id="{99701F62-3B0E-4F47-A9A3-05177C43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481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9" name="before_19_e">
            <a:extLst xmlns:a="http://schemas.openxmlformats.org/drawingml/2006/main">
              <a:ext uri="{FF2B5EF4-FFF2-40B4-BE49-F238E27FC236}">
                <a16:creationId xmlns:a16="http://schemas.microsoft.com/office/drawing/2014/main" id="{4427DCB1-2210-4815-AF38-ED09C477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before_19_e_label">
            <a:extLst xmlns:a="http://schemas.openxmlformats.org/drawingml/2006/main">
              <a:ext uri="{FF2B5EF4-FFF2-40B4-BE49-F238E27FC236}">
                <a16:creationId xmlns:a16="http://schemas.microsoft.com/office/drawing/2014/main" id="{18FABD2C-3F33-4647-90D7-97A3701B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7660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1" name="before_19_f">
            <a:extLst xmlns:a="http://schemas.openxmlformats.org/drawingml/2006/main">
              <a:ext uri="{FF2B5EF4-FFF2-40B4-BE49-F238E27FC236}">
                <a16:creationId xmlns:a16="http://schemas.microsoft.com/office/drawing/2014/main" id="{30176B57-7658-44D3-86FA-C2E12AB7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before_19_f_label">
            <a:extLst xmlns:a="http://schemas.openxmlformats.org/drawingml/2006/main">
              <a:ext uri="{FF2B5EF4-FFF2-40B4-BE49-F238E27FC236}">
                <a16:creationId xmlns:a16="http://schemas.microsoft.com/office/drawing/2014/main" id="{8ACCB666-73E0-44C6-BC0F-4579913F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23" name="after_19_edge_a_b">
            <a:extLst xmlns:a="http://schemas.openxmlformats.org/drawingml/2006/main">
              <a:ext uri="{FF2B5EF4-FFF2-40B4-BE49-F238E27FC236}">
                <a16:creationId xmlns:a16="http://schemas.microsoft.com/office/drawing/2014/main" id="{B70BCD47-FC90-4986-83C0-CA772A0C5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689434">
            <a:off x="7819811" y="3319463"/>
            <a:ext cx="169587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after_19_edge_a_d">
            <a:extLst xmlns:a="http://schemas.openxmlformats.org/drawingml/2006/main">
              <a:ext uri="{FF2B5EF4-FFF2-40B4-BE49-F238E27FC236}">
                <a16:creationId xmlns:a16="http://schemas.microsoft.com/office/drawing/2014/main" id="{37BC0201-BC9D-4720-BD4F-1A7A34F2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963922">
            <a:off x="8884963" y="3319463"/>
            <a:ext cx="175632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19_edge_d_e">
            <a:extLst xmlns:a="http://schemas.openxmlformats.org/drawingml/2006/main">
              <a:ext uri="{FF2B5EF4-FFF2-40B4-BE49-F238E27FC236}">
                <a16:creationId xmlns:a16="http://schemas.microsoft.com/office/drawing/2014/main" id="{B2699105-9C33-4168-8DFF-63D118C8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053169">
            <a:off x="9431125" y="4533900"/>
            <a:ext cx="12354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19_edge_d_f">
            <a:extLst xmlns:a="http://schemas.openxmlformats.org/drawingml/2006/main">
              <a:ext uri="{FF2B5EF4-FFF2-40B4-BE49-F238E27FC236}">
                <a16:creationId xmlns:a16="http://schemas.microsoft.com/office/drawing/2014/main" id="{BC912471-C8F9-4CCC-8666-A382E0F3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31447">
            <a:off x="10015069" y="4533900"/>
            <a:ext cx="125823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19_a">
            <a:extLst xmlns:a="http://schemas.openxmlformats.org/drawingml/2006/main">
              <a:ext uri="{FF2B5EF4-FFF2-40B4-BE49-F238E27FC236}">
                <a16:creationId xmlns:a16="http://schemas.microsoft.com/office/drawing/2014/main" id="{1930BC95-2B3C-4F88-9EFC-D5EEE0DC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428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after_19_a_label">
            <a:extLst xmlns:a="http://schemas.openxmlformats.org/drawingml/2006/main">
              <a:ext uri="{FF2B5EF4-FFF2-40B4-BE49-F238E27FC236}">
                <a16:creationId xmlns:a16="http://schemas.microsoft.com/office/drawing/2014/main" id="{B486EFED-4452-42D5-BA00-45A2F2A2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543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9" name="after_19_b">
            <a:extLst xmlns:a="http://schemas.openxmlformats.org/drawingml/2006/main">
              <a:ext uri="{FF2B5EF4-FFF2-40B4-BE49-F238E27FC236}">
                <a16:creationId xmlns:a16="http://schemas.microsoft.com/office/drawing/2014/main" id="{5E21B0BE-C170-406A-A17E-5F96B398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after_19_b_label">
            <a:extLst xmlns:a="http://schemas.openxmlformats.org/drawingml/2006/main">
              <a:ext uri="{FF2B5EF4-FFF2-40B4-BE49-F238E27FC236}">
                <a16:creationId xmlns:a16="http://schemas.microsoft.com/office/drawing/2014/main" id="{DCCC1583-13EE-497A-AAAC-85D54A66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1" name="after_19_d">
            <a:extLst xmlns:a="http://schemas.openxmlformats.org/drawingml/2006/main">
              <a:ext uri="{FF2B5EF4-FFF2-40B4-BE49-F238E27FC236}">
                <a16:creationId xmlns:a16="http://schemas.microsoft.com/office/drawing/2014/main" id="{ACEC7E5E-C35D-4392-B35B-91FB9B12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after_19_d_label">
            <a:extLst xmlns:a="http://schemas.openxmlformats.org/drawingml/2006/main">
              <a:ext uri="{FF2B5EF4-FFF2-40B4-BE49-F238E27FC236}">
                <a16:creationId xmlns:a16="http://schemas.microsoft.com/office/drawing/2014/main" id="{32BAFEE5-7473-4C7E-9392-B0061B48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3" name="after_19_e_outer">
            <a:extLst xmlns:a="http://schemas.openxmlformats.org/drawingml/2006/main">
              <a:ext uri="{FF2B5EF4-FFF2-40B4-BE49-F238E27FC236}">
                <a16:creationId xmlns:a16="http://schemas.microsoft.com/office/drawing/2014/main" id="{21541CE4-9059-49E3-AE62-469B7A8F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58325" y="479107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34" name="after_19_e">
            <a:extLst xmlns:a="http://schemas.openxmlformats.org/drawingml/2006/main">
              <a:ext uri="{FF2B5EF4-FFF2-40B4-BE49-F238E27FC236}">
                <a16:creationId xmlns:a16="http://schemas.microsoft.com/office/drawing/2014/main" id="{871AD38C-69BF-4AE4-BB2A-52E4C15A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after_19_e_label">
            <a:extLst xmlns:a="http://schemas.openxmlformats.org/drawingml/2006/main">
              <a:ext uri="{FF2B5EF4-FFF2-40B4-BE49-F238E27FC236}">
                <a16:creationId xmlns:a16="http://schemas.microsoft.com/office/drawing/2014/main" id="{69A95492-A606-4DDD-8855-A32FA4D4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6310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6" name="after_19_f">
            <a:extLst xmlns:a="http://schemas.openxmlformats.org/drawingml/2006/main">
              <a:ext uri="{FF2B5EF4-FFF2-40B4-BE49-F238E27FC236}">
                <a16:creationId xmlns:a16="http://schemas.microsoft.com/office/drawing/2014/main" id="{437A7183-91BF-4AF7-8E43-9D82AE0C0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15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after_19_f_label">
            <a:extLst xmlns:a="http://schemas.openxmlformats.org/drawingml/2006/main">
              <a:ext uri="{FF2B5EF4-FFF2-40B4-BE49-F238E27FC236}">
                <a16:creationId xmlns:a16="http://schemas.microsoft.com/office/drawing/2014/main" id="{780C6273-CF02-4388-A621-D478B2C0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53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8" name="transition_19_shaft">
            <a:extLst xmlns:a="http://schemas.openxmlformats.org/drawingml/2006/main">
              <a:ext uri="{FF2B5EF4-FFF2-40B4-BE49-F238E27FC236}">
                <a16:creationId xmlns:a16="http://schemas.microsoft.com/office/drawing/2014/main" id="{F5C9BA3E-F2BB-45FB-9BA4-E043E7C6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transition_19_head_1">
            <a:extLst xmlns:a="http://schemas.openxmlformats.org/drawingml/2006/main">
              <a:ext uri="{FF2B5EF4-FFF2-40B4-BE49-F238E27FC236}">
                <a16:creationId xmlns:a16="http://schemas.microsoft.com/office/drawing/2014/main" id="{86413140-6E75-474D-9A33-E8EA7181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ransition_19_head_2">
            <a:extLst xmlns:a="http://schemas.openxmlformats.org/drawingml/2006/main">
              <a:ext uri="{FF2B5EF4-FFF2-40B4-BE49-F238E27FC236}">
                <a16:creationId xmlns:a16="http://schemas.microsoft.com/office/drawing/2014/main" id="{F524DD41-3769-43AB-942C-4BC0BCA7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ransition_caption_19">
            <a:extLst xmlns:a="http://schemas.openxmlformats.org/drawingml/2006/main">
              <a:ext uri="{FF2B5EF4-FFF2-40B4-BE49-F238E27FC236}">
                <a16:creationId xmlns:a16="http://schemas.microsoft.com/office/drawing/2014/main" id="{9DC01025-43D1-4873-B0F7-220FF87C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如果交换完整节点，parent、left、right、color 和外部指向都要一起搬迁。复制 key 把结构修改限制在后继原来的小位置。</a:t>
            </a:r>
          </a:p>
        </p:txBody>
      </p:sp>
    </p:spTree>
    <p:extLst>
      <p:ext uri="{BB962C8B-B14F-4D97-AF65-F5344CB8AC3E}">
        <p14:creationId xmlns:p14="http://schemas.microsoft.com/office/powerpoint/2010/main" val="114687357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0">
            <a:extLst xmlns:a="http://schemas.openxmlformats.org/drawingml/2006/main">
              <a:ext uri="{FF2B5EF4-FFF2-40B4-BE49-F238E27FC236}">
                <a16:creationId xmlns:a16="http://schemas.microsoft.com/office/drawing/2014/main" id="{88837992-C9A9-49C1-ACC1-8BAD067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20">
            <a:extLst xmlns:a="http://schemas.openxmlformats.org/drawingml/2006/main">
              <a:ext uri="{FF2B5EF4-FFF2-40B4-BE49-F238E27FC236}">
                <a16:creationId xmlns:a16="http://schemas.microsoft.com/office/drawing/2014/main" id="{346FF9FF-E450-4B32-80CB-91C52D51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child 接替 node：父亲向下的指针与孩子向上的指针必须分开修改</a:t>
            </a:r>
          </a:p>
        </p:txBody>
      </p:sp>
      <p:sp>
        <p:nvSpPr>
          <p:cNvPr id="3" name="rule_20">
            <a:extLst xmlns:a="http://schemas.openxmlformats.org/drawingml/2006/main">
              <a:ext uri="{FF2B5EF4-FFF2-40B4-BE49-F238E27FC236}">
                <a16:creationId xmlns:a16="http://schemas.microsoft.com/office/drawing/2014/main" id="{58597F35-C444-42EF-A4A1-CECCFEB8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0">
            <a:extLst xmlns:a="http://schemas.openxmlformats.org/drawingml/2006/main">
              <a:ext uri="{FF2B5EF4-FFF2-40B4-BE49-F238E27FC236}">
                <a16:creationId xmlns:a16="http://schemas.microsoft.com/office/drawing/2014/main" id="{D3D56D6F-5148-41D9-908E-D40C5DFA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" name="before_panel_20">
            <a:extLst xmlns:a="http://schemas.openxmlformats.org/drawingml/2006/main">
              <a:ext uri="{FF2B5EF4-FFF2-40B4-BE49-F238E27FC236}">
                <a16:creationId xmlns:a16="http://schemas.microsoft.com/office/drawing/2014/main" id="{9025B283-0E32-41D6-84C2-50FD1524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0">
            <a:extLst xmlns:a="http://schemas.openxmlformats.org/drawingml/2006/main">
              <a:ext uri="{FF2B5EF4-FFF2-40B4-BE49-F238E27FC236}">
                <a16:creationId xmlns:a16="http://schemas.microsoft.com/office/drawing/2014/main" id="{C4F5B2BC-2B75-45A6-9C1B-842BB8D2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0">
            <a:extLst xmlns:a="http://schemas.openxmlformats.org/drawingml/2006/main">
              <a:ext uri="{FF2B5EF4-FFF2-40B4-BE49-F238E27FC236}">
                <a16:creationId xmlns:a16="http://schemas.microsoft.com/office/drawing/2014/main" id="{7C731808-3DA9-4E43-84AF-6F765F2B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摘除前：P 的左孩子是 node，node 还有一个 child</a:t>
            </a:r>
          </a:p>
        </p:txBody>
      </p:sp>
      <p:sp>
        <p:nvSpPr>
          <p:cNvPr id="8" name="after_label_20">
            <a:extLst xmlns:a="http://schemas.openxmlformats.org/drawingml/2006/main">
              <a:ext uri="{FF2B5EF4-FFF2-40B4-BE49-F238E27FC236}">
                <a16:creationId xmlns:a16="http://schemas.microsoft.com/office/drawing/2014/main" id="{F1F43ADD-7B00-481D-BC70-44F732C9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改接后：P 直接指向 C，C 的 parent 也改成 P</a:t>
            </a:r>
          </a:p>
        </p:txBody>
      </p:sp>
      <p:sp>
        <p:nvSpPr>
          <p:cNvPr id="9" name="before_20_edge_p_n">
            <a:extLst xmlns:a="http://schemas.openxmlformats.org/drawingml/2006/main">
              <a:ext uri="{FF2B5EF4-FFF2-40B4-BE49-F238E27FC236}">
                <a16:creationId xmlns:a16="http://schemas.microsoft.com/office/drawing/2014/main" id="{B2A864CC-EED7-4843-BBCC-8C3933A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93903">
            <a:off x="1579486" y="3295650"/>
            <a:ext cx="165115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20_edge_n_c">
            <a:extLst xmlns:a="http://schemas.openxmlformats.org/drawingml/2006/main">
              <a:ext uri="{FF2B5EF4-FFF2-40B4-BE49-F238E27FC236}">
                <a16:creationId xmlns:a16="http://schemas.microsoft.com/office/drawing/2014/main" id="{689AB750-BEAC-4662-90C7-3EBE09A1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31447">
            <a:off x="1633069" y="4533900"/>
            <a:ext cx="125823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20_p">
            <a:extLst xmlns:a="http://schemas.openxmlformats.org/drawingml/2006/main">
              <a:ext uri="{FF2B5EF4-FFF2-40B4-BE49-F238E27FC236}">
                <a16:creationId xmlns:a16="http://schemas.microsoft.com/office/drawing/2014/main" id="{BBB158BE-00B9-4E06-AF63-7A981EA3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before_20_p_label">
            <a:extLst xmlns:a="http://schemas.openxmlformats.org/drawingml/2006/main">
              <a:ext uri="{FF2B5EF4-FFF2-40B4-BE49-F238E27FC236}">
                <a16:creationId xmlns:a16="http://schemas.microsoft.com/office/drawing/2014/main" id="{B24D4247-7358-4117-8088-F28CAD55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3" name="before_20_n_outer">
            <a:extLst xmlns:a="http://schemas.openxmlformats.org/drawingml/2006/main">
              <a:ext uri="{FF2B5EF4-FFF2-40B4-BE49-F238E27FC236}">
                <a16:creationId xmlns:a16="http://schemas.microsoft.com/office/drawing/2014/main" id="{D1BF1F75-1470-4C1F-8C8C-32D1708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7825" y="36957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4" name="before_20_n">
            <a:extLst xmlns:a="http://schemas.openxmlformats.org/drawingml/2006/main">
              <a:ext uri="{FF2B5EF4-FFF2-40B4-BE49-F238E27FC236}">
                <a16:creationId xmlns:a16="http://schemas.microsoft.com/office/drawing/2014/main" id="{2DE36EE0-EB84-4DB2-98E0-9E4354E6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before_20_n_label">
            <a:extLst xmlns:a="http://schemas.openxmlformats.org/drawingml/2006/main">
              <a:ext uri="{FF2B5EF4-FFF2-40B4-BE49-F238E27FC236}">
                <a16:creationId xmlns:a16="http://schemas.microsoft.com/office/drawing/2014/main" id="{E9173045-6A3C-4F93-A820-1552B604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526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6" name="before_20_c">
            <a:extLst xmlns:a="http://schemas.openxmlformats.org/drawingml/2006/main">
              <a:ext uri="{FF2B5EF4-FFF2-40B4-BE49-F238E27FC236}">
                <a16:creationId xmlns:a16="http://schemas.microsoft.com/office/drawing/2014/main" id="{570274C7-0B11-4EE4-A850-E5FA518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20_c_label">
            <a:extLst xmlns:a="http://schemas.openxmlformats.org/drawingml/2006/main">
              <a:ext uri="{FF2B5EF4-FFF2-40B4-BE49-F238E27FC236}">
                <a16:creationId xmlns:a16="http://schemas.microsoft.com/office/drawing/2014/main" id="{050F1AC3-3AFD-4DAD-9374-DB336421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71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8" name="after_20_edge_p_c">
            <a:extLst xmlns:a="http://schemas.openxmlformats.org/drawingml/2006/main">
              <a:ext uri="{FF2B5EF4-FFF2-40B4-BE49-F238E27FC236}">
                <a16:creationId xmlns:a16="http://schemas.microsoft.com/office/drawing/2014/main" id="{85CA477E-3D07-4329-9B83-F304E638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195891">
            <a:off x="7832435" y="3390900"/>
            <a:ext cx="181350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fter_20_p">
            <a:extLst xmlns:a="http://schemas.openxmlformats.org/drawingml/2006/main">
              <a:ext uri="{FF2B5EF4-FFF2-40B4-BE49-F238E27FC236}">
                <a16:creationId xmlns:a16="http://schemas.microsoft.com/office/drawing/2014/main" id="{806B997D-27F3-4D06-B4E4-03DAB3C4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after_20_p_label">
            <a:extLst xmlns:a="http://schemas.openxmlformats.org/drawingml/2006/main">
              <a:ext uri="{FF2B5EF4-FFF2-40B4-BE49-F238E27FC236}">
                <a16:creationId xmlns:a16="http://schemas.microsoft.com/office/drawing/2014/main" id="{E4BBC52B-3C44-49C2-9A7F-9FCE99AC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1" name="after_20_c">
            <a:extLst xmlns:a="http://schemas.openxmlformats.org/drawingml/2006/main">
              <a:ext uri="{FF2B5EF4-FFF2-40B4-BE49-F238E27FC236}">
                <a16:creationId xmlns:a16="http://schemas.microsoft.com/office/drawing/2014/main" id="{EB1EC629-1D41-4671-8F7E-D36992DA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48625" y="3952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after_20_c_label">
            <a:extLst xmlns:a="http://schemas.openxmlformats.org/drawingml/2006/main">
              <a:ext uri="{FF2B5EF4-FFF2-40B4-BE49-F238E27FC236}">
                <a16:creationId xmlns:a16="http://schemas.microsoft.com/office/drawing/2014/main" id="{3CDBD464-D914-420A-912D-288BC83D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4067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3" name="transition_20_shaft">
            <a:extLst xmlns:a="http://schemas.openxmlformats.org/drawingml/2006/main">
              <a:ext uri="{FF2B5EF4-FFF2-40B4-BE49-F238E27FC236}">
                <a16:creationId xmlns:a16="http://schemas.microsoft.com/office/drawing/2014/main" id="{E44EF577-F9E1-44A0-899D-6C5F25D0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ransition_20_head_1">
            <a:extLst xmlns:a="http://schemas.openxmlformats.org/drawingml/2006/main">
              <a:ext uri="{FF2B5EF4-FFF2-40B4-BE49-F238E27FC236}">
                <a16:creationId xmlns:a16="http://schemas.microsoft.com/office/drawing/2014/main" id="{C2E20338-A554-4A10-9DE3-C58EBEF5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ransition_20_head_2">
            <a:extLst xmlns:a="http://schemas.openxmlformats.org/drawingml/2006/main">
              <a:ext uri="{FF2B5EF4-FFF2-40B4-BE49-F238E27FC236}">
                <a16:creationId xmlns:a16="http://schemas.microsoft.com/office/drawing/2014/main" id="{D5443E5B-C8C3-44B2-B0EE-F3F723E5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ransition_caption_20">
            <a:extLst xmlns:a="http://schemas.openxmlformats.org/drawingml/2006/main">
              <a:ext uri="{FF2B5EF4-FFF2-40B4-BE49-F238E27FC236}">
                <a16:creationId xmlns:a16="http://schemas.microsoft.com/office/drawing/2014/main" id="{C6292AC5-898D-497A-9A88-408D32D0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parent-&gt;left = child 解决向下连接；child-&gt;parent = node-&gt;parent 解决反向连接。只改其中一边，树就会出现“走下去和走回来不是同一条路”。</a:t>
            </a:r>
          </a:p>
        </p:txBody>
      </p:sp>
    </p:spTree>
    <p:extLst>
      <p:ext uri="{BB962C8B-B14F-4D97-AF65-F5344CB8AC3E}">
        <p14:creationId xmlns:p14="http://schemas.microsoft.com/office/powerpoint/2010/main" val="137340281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1">
            <a:extLst xmlns:a="http://schemas.openxmlformats.org/drawingml/2006/main">
              <a:ext uri="{FF2B5EF4-FFF2-40B4-BE49-F238E27FC236}">
                <a16:creationId xmlns:a16="http://schemas.microsoft.com/office/drawing/2014/main" id="{7117CA79-9CF0-426F-8650-D1390C3F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21">
            <a:extLst xmlns:a="http://schemas.openxmlformats.org/drawingml/2006/main">
              <a:ext uri="{FF2B5EF4-FFF2-40B4-BE49-F238E27FC236}">
                <a16:creationId xmlns:a16="http://schemas.microsoft.com/office/drawing/2014/main" id="{1984850C-09FE-4123-9BA6-119CF2CE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删红节点为什么可以直接结束：它从来没有参与黑高计数</a:t>
            </a:r>
          </a:p>
        </p:txBody>
      </p:sp>
      <p:sp>
        <p:nvSpPr>
          <p:cNvPr id="3" name="rule_21">
            <a:extLst xmlns:a="http://schemas.openxmlformats.org/drawingml/2006/main">
              <a:ext uri="{FF2B5EF4-FFF2-40B4-BE49-F238E27FC236}">
                <a16:creationId xmlns:a16="http://schemas.microsoft.com/office/drawing/2014/main" id="{A76E5B37-C6EB-418F-8E6F-B66AC2CE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1">
            <a:extLst xmlns:a="http://schemas.openxmlformats.org/drawingml/2006/main">
              <a:ext uri="{FF2B5EF4-FFF2-40B4-BE49-F238E27FC236}">
                <a16:creationId xmlns:a16="http://schemas.microsoft.com/office/drawing/2014/main" id="{30651D9E-1490-4ECA-AB8D-94E55A5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5" name="question_21_42">
            <a:extLst xmlns:a="http://schemas.openxmlformats.org/drawingml/2006/main">
              <a:ext uri="{FF2B5EF4-FFF2-40B4-BE49-F238E27FC236}">
                <a16:creationId xmlns:a16="http://schemas.microsoft.com/office/drawing/2014/main" id="{3B5F2387-2727-4CE6-BE98-0016899B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红节点消失后，哪些性质可能变化？</a:t>
            </a:r>
          </a:p>
        </p:txBody>
      </p:sp>
      <p:sp>
        <p:nvSpPr>
          <p:cNvPr id="6" name="reason_bar_21_42">
            <a:extLst xmlns:a="http://schemas.openxmlformats.org/drawingml/2006/main">
              <a:ext uri="{FF2B5EF4-FFF2-40B4-BE49-F238E27FC236}">
                <a16:creationId xmlns:a16="http://schemas.microsoft.com/office/drawing/2014/main" id="{8C75A0C5-177B-4700-82C9-31CDB1CE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21_42">
            <a:extLst xmlns:a="http://schemas.openxmlformats.org/drawingml/2006/main">
              <a:ext uri="{FF2B5EF4-FFF2-40B4-BE49-F238E27FC236}">
                <a16:creationId xmlns:a16="http://schemas.microsoft.com/office/drawing/2014/main" id="{A2FD88FE-D891-4CD5-AB8A-6F4341C8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二叉搜索树顺序已经由 child 接替阶段处理完；红节点本身又不计入黑高，所以任何经过它的路径，删除前后黑节点数量都不变。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它也不可能有红孩子。因为删除开始前树是合法的，红节点若连接红孩子，早就违反红黑性质。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因此删红节点不需要 adjustRemove。这里不是“少写一个分支”，而是从不变量出发证明没有任何颜色债务产生。</a:t>
            </a:r>
          </a:p>
        </p:txBody>
      </p:sp>
      <p:sp>
        <p:nvSpPr>
          <p:cNvPr id="8" name="remove_red_edge_p_a">
            <a:extLst xmlns:a="http://schemas.openxmlformats.org/drawingml/2006/main">
              <a:ext uri="{FF2B5EF4-FFF2-40B4-BE49-F238E27FC236}">
                <a16:creationId xmlns:a16="http://schemas.microsoft.com/office/drawing/2014/main" id="{C16DB533-4563-4086-B129-7D8F337E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96493">
            <a:off x="7256256" y="3224213"/>
            <a:ext cx="182286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move_red_edge_p_n">
            <a:extLst xmlns:a="http://schemas.openxmlformats.org/drawingml/2006/main">
              <a:ext uri="{FF2B5EF4-FFF2-40B4-BE49-F238E27FC236}">
                <a16:creationId xmlns:a16="http://schemas.microsoft.com/office/drawing/2014/main" id="{4AB20EC9-87D3-4D8B-90DE-5C991BD5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03507">
            <a:off x="8256381" y="3224213"/>
            <a:ext cx="182286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move_red_p">
            <a:extLst xmlns:a="http://schemas.openxmlformats.org/drawingml/2006/main">
              <a:ext uri="{FF2B5EF4-FFF2-40B4-BE49-F238E27FC236}">
                <a16:creationId xmlns:a16="http://schemas.microsoft.com/office/drawing/2014/main" id="{1AA216C1-F23D-416E-84B7-F813437E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9625" y="2238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remove_red_p_label">
            <a:extLst xmlns:a="http://schemas.openxmlformats.org/drawingml/2006/main">
              <a:ext uri="{FF2B5EF4-FFF2-40B4-BE49-F238E27FC236}">
                <a16:creationId xmlns:a16="http://schemas.microsoft.com/office/drawing/2014/main" id="{69A1E4F7-12E3-4628-A18A-F6889C3D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67725" y="2352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2" name="remove_red_a">
            <a:extLst xmlns:a="http://schemas.openxmlformats.org/drawingml/2006/main">
              <a:ext uri="{FF2B5EF4-FFF2-40B4-BE49-F238E27FC236}">
                <a16:creationId xmlns:a16="http://schemas.microsoft.com/office/drawing/2014/main" id="{5804AE9F-C44B-4902-9AA6-7245A6FC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950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remove_red_a_label">
            <a:extLst xmlns:a="http://schemas.openxmlformats.org/drawingml/2006/main">
              <a:ext uri="{FF2B5EF4-FFF2-40B4-BE49-F238E27FC236}">
                <a16:creationId xmlns:a16="http://schemas.microsoft.com/office/drawing/2014/main" id="{DD19B8BE-FC83-4EA0-BF9E-947ECCDA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4" name="remove_red_n">
            <a:extLst xmlns:a="http://schemas.openxmlformats.org/drawingml/2006/main">
              <a:ext uri="{FF2B5EF4-FFF2-40B4-BE49-F238E27FC236}">
                <a16:creationId xmlns:a16="http://schemas.microsoft.com/office/drawing/2014/main" id="{F82FDC91-09EC-4D3B-A811-5BC95B18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9750" y="37623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remove_red_n_label">
            <a:extLst xmlns:a="http://schemas.openxmlformats.org/drawingml/2006/main">
              <a:ext uri="{FF2B5EF4-FFF2-40B4-BE49-F238E27FC236}">
                <a16:creationId xmlns:a16="http://schemas.microsoft.com/office/drawing/2014/main" id="{BFEE6AD0-76C3-4AFE-B169-40A45B4D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67850" y="38766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6" name="remove_red_arrow_shaft">
            <a:extLst xmlns:a="http://schemas.openxmlformats.org/drawingml/2006/main">
              <a:ext uri="{FF2B5EF4-FFF2-40B4-BE49-F238E27FC236}">
                <a16:creationId xmlns:a16="http://schemas.microsoft.com/office/drawing/2014/main" id="{A6D9BA62-46FD-40A9-914F-9B0A0155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4625" y="3981450"/>
            <a:ext cx="714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move_red_arrow_head_1">
            <a:extLst xmlns:a="http://schemas.openxmlformats.org/drawingml/2006/main">
              <a:ext uri="{FF2B5EF4-FFF2-40B4-BE49-F238E27FC236}">
                <a16:creationId xmlns:a16="http://schemas.microsoft.com/office/drawing/2014/main" id="{58761856-5EF5-4E1D-96BF-A0B4D6F5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10943597" y="4012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move_red_arrow_head_2">
            <a:extLst xmlns:a="http://schemas.openxmlformats.org/drawingml/2006/main">
              <a:ext uri="{FF2B5EF4-FFF2-40B4-BE49-F238E27FC236}">
                <a16:creationId xmlns:a16="http://schemas.microsoft.com/office/drawing/2014/main" id="{2B9BF3A4-3A12-45B8-BA2A-E4204303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10943597" y="3950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move_red_text">
            <a:extLst xmlns:a="http://schemas.openxmlformats.org/drawingml/2006/main">
              <a:ext uri="{FF2B5EF4-FFF2-40B4-BE49-F238E27FC236}">
                <a16:creationId xmlns:a16="http://schemas.microsoft.com/office/drawing/2014/main" id="{A2F91069-CD1A-485E-83D5-90205818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0" y="4476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直接摘除</a:t>
            </a:r>
          </a:p>
        </p:txBody>
      </p:sp>
      <p:sp>
        <p:nvSpPr>
          <p:cNvPr id="20" name="takeaway_21">
            <a:extLst xmlns:a="http://schemas.openxmlformats.org/drawingml/2006/main">
              <a:ext uri="{FF2B5EF4-FFF2-40B4-BE49-F238E27FC236}">
                <a16:creationId xmlns:a16="http://schemas.microsoft.com/office/drawing/2014/main" id="{693ADEE1-C2C1-4ED6-BF0A-32E93EE1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删除修复只在“被摘掉的 node 是黑色”时启动。</a:t>
            </a:r>
          </a:p>
        </p:txBody>
      </p:sp>
    </p:spTree>
    <p:extLst>
      <p:ext uri="{BB962C8B-B14F-4D97-AF65-F5344CB8AC3E}">
        <p14:creationId xmlns:p14="http://schemas.microsoft.com/office/powerpoint/2010/main" val="135058983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2">
            <a:extLst xmlns:a="http://schemas.openxmlformats.org/drawingml/2006/main">
              <a:ext uri="{FF2B5EF4-FFF2-40B4-BE49-F238E27FC236}">
                <a16:creationId xmlns:a16="http://schemas.microsoft.com/office/drawing/2014/main" id="{809B846E-4AFE-4BCE-841B-4B30A2A8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22">
            <a:extLst xmlns:a="http://schemas.openxmlformats.org/drawingml/2006/main">
              <a:ext uri="{FF2B5EF4-FFF2-40B4-BE49-F238E27FC236}">
                <a16:creationId xmlns:a16="http://schemas.microsoft.com/office/drawing/2014/main" id="{1927CDB0-0C27-4C7B-BECE-5AD243DC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黑 node 只有一个红 child：把 child 染黑，刚好补回一个黑色</a:t>
            </a:r>
          </a:p>
        </p:txBody>
      </p:sp>
      <p:sp>
        <p:nvSpPr>
          <p:cNvPr id="3" name="rule_22">
            <a:extLst xmlns:a="http://schemas.openxmlformats.org/drawingml/2006/main">
              <a:ext uri="{FF2B5EF4-FFF2-40B4-BE49-F238E27FC236}">
                <a16:creationId xmlns:a16="http://schemas.microsoft.com/office/drawing/2014/main" id="{EAF59FA1-E328-4D30-97AF-61467EE5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2">
            <a:extLst xmlns:a="http://schemas.openxmlformats.org/drawingml/2006/main">
              <a:ext uri="{FF2B5EF4-FFF2-40B4-BE49-F238E27FC236}">
                <a16:creationId xmlns:a16="http://schemas.microsoft.com/office/drawing/2014/main" id="{67C77037-91B9-4E81-AE8D-60787321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5" name="before_panel_22">
            <a:extLst xmlns:a="http://schemas.openxmlformats.org/drawingml/2006/main">
              <a:ext uri="{FF2B5EF4-FFF2-40B4-BE49-F238E27FC236}">
                <a16:creationId xmlns:a16="http://schemas.microsoft.com/office/drawing/2014/main" id="{ACC61459-D79A-4EFF-BA39-4E57C764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2">
            <a:extLst xmlns:a="http://schemas.openxmlformats.org/drawingml/2006/main">
              <a:ext uri="{FF2B5EF4-FFF2-40B4-BE49-F238E27FC236}">
                <a16:creationId xmlns:a16="http://schemas.microsoft.com/office/drawing/2014/main" id="{207CC200-B974-4D9C-92FE-DC4F2EB9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2">
            <a:extLst xmlns:a="http://schemas.openxmlformats.org/drawingml/2006/main">
              <a:ext uri="{FF2B5EF4-FFF2-40B4-BE49-F238E27FC236}">
                <a16:creationId xmlns:a16="http://schemas.microsoft.com/office/drawing/2014/main" id="{EE28EEBA-DD7B-47D9-8A68-598B57D6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删除前：路径经过黑 N，再经过红 C</a:t>
            </a:r>
          </a:p>
        </p:txBody>
      </p:sp>
      <p:sp>
        <p:nvSpPr>
          <p:cNvPr id="8" name="after_label_22">
            <a:extLst xmlns:a="http://schemas.openxmlformats.org/drawingml/2006/main">
              <a:ext uri="{FF2B5EF4-FFF2-40B4-BE49-F238E27FC236}">
                <a16:creationId xmlns:a16="http://schemas.microsoft.com/office/drawing/2014/main" id="{81D5473F-4150-4207-9F41-784FC321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删除后：C 接替 N，并由红变黑</a:t>
            </a:r>
          </a:p>
        </p:txBody>
      </p:sp>
      <p:sp>
        <p:nvSpPr>
          <p:cNvPr id="9" name="before_22_edge_p_n">
            <a:extLst xmlns:a="http://schemas.openxmlformats.org/drawingml/2006/main">
              <a:ext uri="{FF2B5EF4-FFF2-40B4-BE49-F238E27FC236}">
                <a16:creationId xmlns:a16="http://schemas.microsoft.com/office/drawing/2014/main" id="{50EFFA32-102F-48CE-8A51-2DC2CC28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93903">
            <a:off x="1627111" y="3248025"/>
            <a:ext cx="165115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22_edge_n_c">
            <a:extLst xmlns:a="http://schemas.openxmlformats.org/drawingml/2006/main">
              <a:ext uri="{FF2B5EF4-FFF2-40B4-BE49-F238E27FC236}">
                <a16:creationId xmlns:a16="http://schemas.microsoft.com/office/drawing/2014/main" id="{18DB796C-BFFC-407F-8B54-24DC5EF8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746831">
            <a:off x="1668250" y="4486275"/>
            <a:ext cx="12354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22_p">
            <a:extLst xmlns:a="http://schemas.openxmlformats.org/drawingml/2006/main">
              <a:ext uri="{FF2B5EF4-FFF2-40B4-BE49-F238E27FC236}">
                <a16:creationId xmlns:a16="http://schemas.microsoft.com/office/drawing/2014/main" id="{7EFF7FFE-9D03-47DF-9D4F-087BDC2D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333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before_22_p_label">
            <a:extLst xmlns:a="http://schemas.openxmlformats.org/drawingml/2006/main">
              <a:ext uri="{FF2B5EF4-FFF2-40B4-BE49-F238E27FC236}">
                <a16:creationId xmlns:a16="http://schemas.microsoft.com/office/drawing/2014/main" id="{0083A2B1-6A4D-48B1-8C4E-59924BDB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2447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3" name="before_22_n">
            <a:extLst xmlns:a="http://schemas.openxmlformats.org/drawingml/2006/main">
              <a:ext uri="{FF2B5EF4-FFF2-40B4-BE49-F238E27FC236}">
                <a16:creationId xmlns:a16="http://schemas.microsoft.com/office/drawing/2014/main" id="{A1B5577C-E67D-493B-BFD0-3D3ACCA6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2125" y="3714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22_n_label">
            <a:extLst xmlns:a="http://schemas.openxmlformats.org/drawingml/2006/main">
              <a:ext uri="{FF2B5EF4-FFF2-40B4-BE49-F238E27FC236}">
                <a16:creationId xmlns:a16="http://schemas.microsoft.com/office/drawing/2014/main" id="{4FDE3DCB-241A-4D25-9DD2-AE703E0F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0225" y="3829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15" name="before_22_c">
            <a:extLst xmlns:a="http://schemas.openxmlformats.org/drawingml/2006/main">
              <a:ext uri="{FF2B5EF4-FFF2-40B4-BE49-F238E27FC236}">
                <a16:creationId xmlns:a16="http://schemas.microsoft.com/office/drawing/2014/main" id="{67516012-9274-4C67-A0A0-D4D0A734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3625" y="4810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before_22_c_label">
            <a:extLst xmlns:a="http://schemas.openxmlformats.org/drawingml/2006/main">
              <a:ext uri="{FF2B5EF4-FFF2-40B4-BE49-F238E27FC236}">
                <a16:creationId xmlns:a16="http://schemas.microsoft.com/office/drawing/2014/main" id="{EA3008C7-FA23-45CC-81D8-3D8C85BB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71725" y="4924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17" name="after_22_edge_p_c">
            <a:extLst xmlns:a="http://schemas.openxmlformats.org/drawingml/2006/main">
              <a:ext uri="{FF2B5EF4-FFF2-40B4-BE49-F238E27FC236}">
                <a16:creationId xmlns:a16="http://schemas.microsoft.com/office/drawing/2014/main" id="{97011713-F7E7-4A1C-A706-F900D064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41983">
            <a:off x="7852991" y="3319463"/>
            <a:ext cx="1772392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after_22_p">
            <a:extLst xmlns:a="http://schemas.openxmlformats.org/drawingml/2006/main">
              <a:ext uri="{FF2B5EF4-FFF2-40B4-BE49-F238E27FC236}">
                <a16:creationId xmlns:a16="http://schemas.microsoft.com/office/drawing/2014/main" id="{E92BACBE-CF82-4AE2-930C-0493B0F3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33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after_22_p_label">
            <a:extLst xmlns:a="http://schemas.openxmlformats.org/drawingml/2006/main">
              <a:ext uri="{FF2B5EF4-FFF2-40B4-BE49-F238E27FC236}">
                <a16:creationId xmlns:a16="http://schemas.microsoft.com/office/drawing/2014/main" id="{BADCCAF0-71DC-40D9-862F-EEDC2940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47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0" name="after_22_c">
            <a:extLst xmlns:a="http://schemas.openxmlformats.org/drawingml/2006/main">
              <a:ext uri="{FF2B5EF4-FFF2-40B4-BE49-F238E27FC236}">
                <a16:creationId xmlns:a16="http://schemas.microsoft.com/office/drawing/2014/main" id="{5AE9BB5C-FFC4-469A-B05A-CC2722B5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48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after_22_c_label">
            <a:extLst xmlns:a="http://schemas.openxmlformats.org/drawingml/2006/main">
              <a:ext uri="{FF2B5EF4-FFF2-40B4-BE49-F238E27FC236}">
                <a16:creationId xmlns:a16="http://schemas.microsoft.com/office/drawing/2014/main" id="{7C337317-51A5-4983-A675-0A2EA0C6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2" name="transition_22_shaft">
            <a:extLst xmlns:a="http://schemas.openxmlformats.org/drawingml/2006/main">
              <a:ext uri="{FF2B5EF4-FFF2-40B4-BE49-F238E27FC236}">
                <a16:creationId xmlns:a16="http://schemas.microsoft.com/office/drawing/2014/main" id="{9EB25C7C-8C6B-44C6-8498-9EA4915E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ransition_22_head_1">
            <a:extLst xmlns:a="http://schemas.openxmlformats.org/drawingml/2006/main">
              <a:ext uri="{FF2B5EF4-FFF2-40B4-BE49-F238E27FC236}">
                <a16:creationId xmlns:a16="http://schemas.microsoft.com/office/drawing/2014/main" id="{1EC82FE1-1CEF-404D-AC76-EBE0F150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ransition_22_head_2">
            <a:extLst xmlns:a="http://schemas.openxmlformats.org/drawingml/2006/main">
              <a:ext uri="{FF2B5EF4-FFF2-40B4-BE49-F238E27FC236}">
                <a16:creationId xmlns:a16="http://schemas.microsoft.com/office/drawing/2014/main" id="{A1770F61-A111-47F3-863E-FCC1666A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ransition_caption_22">
            <a:extLst xmlns:a="http://schemas.openxmlformats.org/drawingml/2006/main">
              <a:ext uri="{FF2B5EF4-FFF2-40B4-BE49-F238E27FC236}">
                <a16:creationId xmlns:a16="http://schemas.microsoft.com/office/drawing/2014/main" id="{E13FB53D-FBE5-48B8-9DDB-BBFCD18A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原路径中的黑色 N 消失了，但红色 C 接替位置后染黑，正好重新贡献一个黑节点。修复在当前槽位就能结束。</a:t>
            </a:r>
          </a:p>
        </p:txBody>
      </p:sp>
    </p:spTree>
    <p:extLst>
      <p:ext uri="{BB962C8B-B14F-4D97-AF65-F5344CB8AC3E}">
        <p14:creationId xmlns:p14="http://schemas.microsoft.com/office/powerpoint/2010/main" val="119323687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3">
            <a:extLst xmlns:a="http://schemas.openxmlformats.org/drawingml/2006/main">
              <a:ext uri="{FF2B5EF4-FFF2-40B4-BE49-F238E27FC236}">
                <a16:creationId xmlns:a16="http://schemas.microsoft.com/office/drawing/2014/main" id="{7DDD4575-A497-4ACD-9701-41F29AAF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23">
            <a:extLst xmlns:a="http://schemas.openxmlformats.org/drawingml/2006/main">
              <a:ext uri="{FF2B5EF4-FFF2-40B4-BE49-F238E27FC236}">
                <a16:creationId xmlns:a16="http://schemas.microsoft.com/office/drawing/2014/main" id="{478346EF-3C2C-4863-8F71-25D03DF9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黑 node 没有红 child：为什么要创建 DOUBLE_BLACK 临时节点</a:t>
            </a:r>
          </a:p>
        </p:txBody>
      </p:sp>
      <p:sp>
        <p:nvSpPr>
          <p:cNvPr id="3" name="rule_23">
            <a:extLst xmlns:a="http://schemas.openxmlformats.org/drawingml/2006/main">
              <a:ext uri="{FF2B5EF4-FFF2-40B4-BE49-F238E27FC236}">
                <a16:creationId xmlns:a16="http://schemas.microsoft.com/office/drawing/2014/main" id="{AB773008-CEEF-46E8-8CDB-B689E942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3">
            <a:extLst xmlns:a="http://schemas.openxmlformats.org/drawingml/2006/main">
              <a:ext uri="{FF2B5EF4-FFF2-40B4-BE49-F238E27FC236}">
                <a16:creationId xmlns:a16="http://schemas.microsoft.com/office/drawing/2014/main" id="{CE2A43AC-9519-4EC1-80F1-3F1D1DC2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5" name="question_23_42">
            <a:extLst xmlns:a="http://schemas.openxmlformats.org/drawingml/2006/main">
              <a:ext uri="{FF2B5EF4-FFF2-40B4-BE49-F238E27FC236}">
                <a16:creationId xmlns:a16="http://schemas.microsoft.com/office/drawing/2014/main" id="{48CCFE85-3064-4FB4-86A9-3D5077DD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81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“这里少了一个黑色”怎样交给函数处理？</a:t>
            </a:r>
          </a:p>
        </p:txBody>
      </p:sp>
      <p:sp>
        <p:nvSpPr>
          <p:cNvPr id="6" name="reason_bar_23_42">
            <a:extLst xmlns:a="http://schemas.openxmlformats.org/drawingml/2006/main">
              <a:ext uri="{FF2B5EF4-FFF2-40B4-BE49-F238E27FC236}">
                <a16:creationId xmlns:a16="http://schemas.microsoft.com/office/drawing/2014/main" id="{50F0AFE2-D298-4D7D-8A97-4991EE57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23_42">
            <a:extLst xmlns:a="http://schemas.openxmlformats.org/drawingml/2006/main">
              <a:ext uri="{FF2B5EF4-FFF2-40B4-BE49-F238E27FC236}">
                <a16:creationId xmlns:a16="http://schemas.microsoft.com/office/drawing/2014/main" id="{2E51B434-95DB-417A-8F8C-82D76FA4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524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 child 是 NULL，代码没有一个真实对象可以调用 adjustRemove；NULL 也没有 parent，无法判断自己原来位于父亲左边还是右边，更找不到 sibling。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因此代码创建一个 DOUBLE_BLACK 节点，并把它挂回被删除 node 原来的槽位。它的 key 并不参与搜索，真正有用的是 parent 和“我是左孩子还是右孩子”这两个位置信息。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这就是状态设计：把一句抽象描述——这条路径欠一个黑色——变成可以沿 parent 指针移动的对象。</a:t>
            </a:r>
          </a:p>
        </p:txBody>
      </p:sp>
      <p:sp>
        <p:nvSpPr>
          <p:cNvPr id="8" name="code_bg_23_675">
            <a:extLst xmlns:a="http://schemas.openxmlformats.org/drawingml/2006/main">
              <a:ext uri="{FF2B5EF4-FFF2-40B4-BE49-F238E27FC236}">
                <a16:creationId xmlns:a16="http://schemas.microsoft.com/office/drawing/2014/main" id="{5DED973B-8B02-4E92-83A2-77CCFBF9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9375" y="1762125"/>
            <a:ext cx="49053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23_0">
            <a:extLst xmlns:a="http://schemas.openxmlformats.org/drawingml/2006/main">
              <a:ext uri="{FF2B5EF4-FFF2-40B4-BE49-F238E27FC236}">
                <a16:creationId xmlns:a16="http://schemas.microsoft.com/office/drawing/2014/main" id="{9FB63C4E-3EE1-4F0F-8532-E5945360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186690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23_0">
            <a:extLst xmlns:a="http://schemas.openxmlformats.org/drawingml/2006/main">
              <a:ext uri="{FF2B5EF4-FFF2-40B4-BE49-F238E27FC236}">
                <a16:creationId xmlns:a16="http://schemas.microsoft.com/office/drawing/2014/main" id="{B1401513-2A88-4EF0-BF00-C1F62EDE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18573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child = new RBTreeNode(</a:t>
            </a:r>
          </a:p>
        </p:txBody>
      </p:sp>
      <p:sp>
        <p:nvSpPr>
          <p:cNvPr id="11" name="code_hl_23_1">
            <a:extLst xmlns:a="http://schemas.openxmlformats.org/drawingml/2006/main">
              <a:ext uri="{FF2B5EF4-FFF2-40B4-BE49-F238E27FC236}">
                <a16:creationId xmlns:a16="http://schemas.microsoft.com/office/drawing/2014/main" id="{1F81273F-FF0C-4DFB-8D75-E2B9BA57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210502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de_line_23_1">
            <a:extLst xmlns:a="http://schemas.openxmlformats.org/drawingml/2006/main">
              <a:ext uri="{FF2B5EF4-FFF2-40B4-BE49-F238E27FC236}">
                <a16:creationId xmlns:a16="http://schemas.microsoft.com/office/drawing/2014/main" id="{B5F0479F-CFA7-4771-B2CB-48348AE7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0955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(T)0, node-&gt;parent, node-&gt;tree,</a:t>
            </a:r>
          </a:p>
        </p:txBody>
      </p:sp>
      <p:sp>
        <p:nvSpPr>
          <p:cNvPr id="13" name="code_hl_23_2">
            <a:extLst xmlns:a="http://schemas.openxmlformats.org/drawingml/2006/main">
              <a:ext uri="{FF2B5EF4-FFF2-40B4-BE49-F238E27FC236}">
                <a16:creationId xmlns:a16="http://schemas.microsoft.com/office/drawing/2014/main" id="{87559708-8AC5-4B28-AA56-5C1D2496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234315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de_line_23_2">
            <a:extLst xmlns:a="http://schemas.openxmlformats.org/drawingml/2006/main">
              <a:ext uri="{FF2B5EF4-FFF2-40B4-BE49-F238E27FC236}">
                <a16:creationId xmlns:a16="http://schemas.microsoft.com/office/drawing/2014/main" id="{2D603C26-D3DA-425E-8193-C87A5170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3336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DOUBLE_BLACK);</a:t>
            </a:r>
          </a:p>
        </p:txBody>
      </p:sp>
      <p:sp>
        <p:nvSpPr>
          <p:cNvPr id="15" name="code_line_23_3">
            <a:extLst xmlns:a="http://schemas.openxmlformats.org/drawingml/2006/main">
              <a:ext uri="{FF2B5EF4-FFF2-40B4-BE49-F238E27FC236}">
                <a16:creationId xmlns:a16="http://schemas.microsoft.com/office/drawing/2014/main" id="{86E97A44-20ED-4614-8F57-4430A2D7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57175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code_hl_23_4">
            <a:extLst xmlns:a="http://schemas.openxmlformats.org/drawingml/2006/main">
              <a:ext uri="{FF2B5EF4-FFF2-40B4-BE49-F238E27FC236}">
                <a16:creationId xmlns:a16="http://schemas.microsoft.com/office/drawing/2014/main" id="{9BF6567C-74D0-4E7F-98FC-81CDB043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281940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de_line_23_4">
            <a:extLst xmlns:a="http://schemas.openxmlformats.org/drawingml/2006/main">
              <a:ext uri="{FF2B5EF4-FFF2-40B4-BE49-F238E27FC236}">
                <a16:creationId xmlns:a16="http://schemas.microsoft.com/office/drawing/2014/main" id="{93A58912-A84C-45CB-92B5-94495D92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8098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// 必须挂回原槽位</a:t>
            </a:r>
          </a:p>
        </p:txBody>
      </p:sp>
      <p:sp>
        <p:nvSpPr>
          <p:cNvPr id="18" name="code_line_23_5">
            <a:extLst xmlns:a="http://schemas.openxmlformats.org/drawingml/2006/main">
              <a:ext uri="{FF2B5EF4-FFF2-40B4-BE49-F238E27FC236}">
                <a16:creationId xmlns:a16="http://schemas.microsoft.com/office/drawing/2014/main" id="{6B6174B8-55BA-438B-A057-80C3F1DC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0480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if (node-&gt;parent == NULL)</a:t>
            </a:r>
          </a:p>
        </p:txBody>
      </p:sp>
      <p:sp>
        <p:nvSpPr>
          <p:cNvPr id="19" name="code_line_23_6">
            <a:extLst xmlns:a="http://schemas.openxmlformats.org/drawingml/2006/main">
              <a:ext uri="{FF2B5EF4-FFF2-40B4-BE49-F238E27FC236}">
                <a16:creationId xmlns:a16="http://schemas.microsoft.com/office/drawing/2014/main" id="{8DE4F014-12E8-490E-8FF1-75EFAAB3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2861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node-&gt;tree-&gt;root = child;</a:t>
            </a:r>
          </a:p>
        </p:txBody>
      </p:sp>
      <p:sp>
        <p:nvSpPr>
          <p:cNvPr id="20" name="code_hl_23_7">
            <a:extLst xmlns:a="http://schemas.openxmlformats.org/drawingml/2006/main">
              <a:ext uri="{FF2B5EF4-FFF2-40B4-BE49-F238E27FC236}">
                <a16:creationId xmlns:a16="http://schemas.microsoft.com/office/drawing/2014/main" id="{3986CDD2-9A06-41DC-A43A-89E4CAE2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353377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de_line_23_7">
            <a:extLst xmlns:a="http://schemas.openxmlformats.org/drawingml/2006/main">
              <a:ext uri="{FF2B5EF4-FFF2-40B4-BE49-F238E27FC236}">
                <a16:creationId xmlns:a16="http://schemas.microsoft.com/office/drawing/2014/main" id="{D6BC721E-FB8F-4DD8-8E5C-2543755E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52425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else if (node-&gt;parent-&gt;left == NULL)</a:t>
            </a:r>
          </a:p>
        </p:txBody>
      </p:sp>
      <p:sp>
        <p:nvSpPr>
          <p:cNvPr id="22" name="code_hl_23_8">
            <a:extLst xmlns:a="http://schemas.openxmlformats.org/drawingml/2006/main">
              <a:ext uri="{FF2B5EF4-FFF2-40B4-BE49-F238E27FC236}">
                <a16:creationId xmlns:a16="http://schemas.microsoft.com/office/drawing/2014/main" id="{93471B4A-ED25-4C44-B98C-A242BE0A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377190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23_8">
            <a:extLst xmlns:a="http://schemas.openxmlformats.org/drawingml/2006/main">
              <a:ext uri="{FF2B5EF4-FFF2-40B4-BE49-F238E27FC236}">
                <a16:creationId xmlns:a16="http://schemas.microsoft.com/office/drawing/2014/main" id="{EA2F22DB-C685-4413-8890-F12CE54D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7623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node-&gt;parent-&gt;left = child;</a:t>
            </a:r>
          </a:p>
        </p:txBody>
      </p:sp>
      <p:sp>
        <p:nvSpPr>
          <p:cNvPr id="24" name="code_line_23_9">
            <a:extLst xmlns:a="http://schemas.openxmlformats.org/drawingml/2006/main">
              <a:ext uri="{FF2B5EF4-FFF2-40B4-BE49-F238E27FC236}">
                <a16:creationId xmlns:a16="http://schemas.microsoft.com/office/drawing/2014/main" id="{EA8B16E2-D95A-42C5-9B4D-17E36C27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0005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else</a:t>
            </a:r>
          </a:p>
        </p:txBody>
      </p:sp>
      <p:sp>
        <p:nvSpPr>
          <p:cNvPr id="25" name="code_hl_23_10">
            <a:extLst xmlns:a="http://schemas.openxmlformats.org/drawingml/2006/main">
              <a:ext uri="{FF2B5EF4-FFF2-40B4-BE49-F238E27FC236}">
                <a16:creationId xmlns:a16="http://schemas.microsoft.com/office/drawing/2014/main" id="{6F641453-F8F5-4E0D-8EF3-B6108A43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424815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de_line_23_10">
            <a:extLst xmlns:a="http://schemas.openxmlformats.org/drawingml/2006/main">
              <a:ext uri="{FF2B5EF4-FFF2-40B4-BE49-F238E27FC236}">
                <a16:creationId xmlns:a16="http://schemas.microsoft.com/office/drawing/2014/main" id="{CD86E997-14FA-40E2-8861-94FDE6B6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2386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node-&gt;parent-&gt;right = child;</a:t>
            </a:r>
          </a:p>
        </p:txBody>
      </p:sp>
    </p:spTree>
    <p:extLst>
      <p:ext uri="{BB962C8B-B14F-4D97-AF65-F5344CB8AC3E}">
        <p14:creationId xmlns:p14="http://schemas.microsoft.com/office/powerpoint/2010/main" val="20234014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4">
            <a:extLst xmlns:a="http://schemas.openxmlformats.org/drawingml/2006/main">
              <a:ext uri="{FF2B5EF4-FFF2-40B4-BE49-F238E27FC236}">
                <a16:creationId xmlns:a16="http://schemas.microsoft.com/office/drawing/2014/main" id="{66066AC8-7362-48E6-B2F2-9F1C1928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06 · 删除</a:t>
            </a:r>
          </a:p>
        </p:txBody>
      </p:sp>
      <p:sp>
        <p:nvSpPr>
          <p:cNvPr id="2" name="heading_24">
            <a:extLst xmlns:a="http://schemas.openxmlformats.org/drawingml/2006/main">
              <a:ext uri="{FF2B5EF4-FFF2-40B4-BE49-F238E27FC236}">
                <a16:creationId xmlns:a16="http://schemas.microsoft.com/office/drawing/2014/main" id="{E6D73B80-F7F1-4675-9586-427636DE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临时双黑节点为什么还要被摘掉：它只是修复工具，不是用户数据</a:t>
            </a:r>
          </a:p>
        </p:txBody>
      </p:sp>
      <p:sp>
        <p:nvSpPr>
          <p:cNvPr id="3" name="rule_24">
            <a:extLst xmlns:a="http://schemas.openxmlformats.org/drawingml/2006/main">
              <a:ext uri="{FF2B5EF4-FFF2-40B4-BE49-F238E27FC236}">
                <a16:creationId xmlns:a16="http://schemas.microsoft.com/office/drawing/2014/main" id="{F1DFD667-B2C6-4F11-A144-64B1C748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4">
            <a:extLst xmlns:a="http://schemas.openxmlformats.org/drawingml/2006/main">
              <a:ext uri="{FF2B5EF4-FFF2-40B4-BE49-F238E27FC236}">
                <a16:creationId xmlns:a16="http://schemas.microsoft.com/office/drawing/2014/main" id="{1742F051-2CCA-4B00-A67E-2812DFD2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5" name="question_24_42">
            <a:extLst xmlns:a="http://schemas.openxmlformats.org/drawingml/2006/main">
              <a:ext uri="{FF2B5EF4-FFF2-40B4-BE49-F238E27FC236}">
                <a16:creationId xmlns:a16="http://schemas.microsoft.com/office/drawing/2014/main" id="{28DE55AC-E859-481D-A7B7-F9C708F0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81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adjustRemove 返回以后，child 还在树里</a:t>
            </a:r>
          </a:p>
        </p:txBody>
      </p:sp>
      <p:sp>
        <p:nvSpPr>
          <p:cNvPr id="6" name="reason_bar_24_42">
            <a:extLst xmlns:a="http://schemas.openxmlformats.org/drawingml/2006/main">
              <a:ext uri="{FF2B5EF4-FFF2-40B4-BE49-F238E27FC236}">
                <a16:creationId xmlns:a16="http://schemas.microsoft.com/office/drawing/2014/main" id="{EC6430D3-9B57-451C-8B2C-F390D503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24_42">
            <a:extLst xmlns:a="http://schemas.openxmlformats.org/drawingml/2006/main">
              <a:ext uri="{FF2B5EF4-FFF2-40B4-BE49-F238E27FC236}">
                <a16:creationId xmlns:a16="http://schemas.microsoft.com/office/drawing/2014/main" id="{A09470E3-59AA-4C18-AA80-E1FD3407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524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修复函数只负责让颜色和黑高重新合法，它不会自动知道这个 DOUBLE_BLACK 节点是一次性的占位符。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所以 remove 要再次检查 child 位于根、父亲左边还是父亲右边，把对应槽位改回 NULL，然后 delete child。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接着还要把真正 node 的 left / right 断开，再 delete node。前一次清理临时状态，后一次防止递归析构误删有效子树，这两个 delete 的对象和目的完全不同。</a:t>
            </a:r>
          </a:p>
        </p:txBody>
      </p:sp>
      <p:sp>
        <p:nvSpPr>
          <p:cNvPr id="8" name="code_bg_24_675">
            <a:extLst xmlns:a="http://schemas.openxmlformats.org/drawingml/2006/main">
              <a:ext uri="{FF2B5EF4-FFF2-40B4-BE49-F238E27FC236}">
                <a16:creationId xmlns:a16="http://schemas.microsoft.com/office/drawing/2014/main" id="{A8C2DACC-2EDE-456A-951D-E45DADA8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9375" y="1695450"/>
            <a:ext cx="49053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24_0">
            <a:extLst xmlns:a="http://schemas.openxmlformats.org/drawingml/2006/main">
              <a:ext uri="{FF2B5EF4-FFF2-40B4-BE49-F238E27FC236}">
                <a16:creationId xmlns:a16="http://schemas.microsoft.com/office/drawing/2014/main" id="{15741C00-179B-443C-BD64-8598161F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180022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24_0">
            <a:extLst xmlns:a="http://schemas.openxmlformats.org/drawingml/2006/main">
              <a:ext uri="{FF2B5EF4-FFF2-40B4-BE49-F238E27FC236}">
                <a16:creationId xmlns:a16="http://schemas.microsoft.com/office/drawing/2014/main" id="{4E213658-9219-4A1C-B978-586B8A4A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17907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child-&gt;adjustRemove();</a:t>
            </a:r>
          </a:p>
        </p:txBody>
      </p:sp>
      <p:sp>
        <p:nvSpPr>
          <p:cNvPr id="11" name="code_line_24_1">
            <a:extLst xmlns:a="http://schemas.openxmlformats.org/drawingml/2006/main">
              <a:ext uri="{FF2B5EF4-FFF2-40B4-BE49-F238E27FC236}">
                <a16:creationId xmlns:a16="http://schemas.microsoft.com/office/drawing/2014/main" id="{FD2A6032-4DB0-4D5D-9929-BDD65891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0288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24_2">
            <a:extLst xmlns:a="http://schemas.openxmlformats.org/drawingml/2006/main">
              <a:ext uri="{FF2B5EF4-FFF2-40B4-BE49-F238E27FC236}">
                <a16:creationId xmlns:a16="http://schemas.microsoft.com/office/drawing/2014/main" id="{25698D0D-D615-42CF-9AD8-F006B19E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227647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24_2">
            <a:extLst xmlns:a="http://schemas.openxmlformats.org/drawingml/2006/main">
              <a:ext uri="{FF2B5EF4-FFF2-40B4-BE49-F238E27FC236}">
                <a16:creationId xmlns:a16="http://schemas.microsoft.com/office/drawing/2014/main" id="{E7554506-D6B6-4C3E-821E-B2BD6AA5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26695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(child-&gt;parent == NULL)</a:t>
            </a:r>
          </a:p>
        </p:txBody>
      </p:sp>
      <p:sp>
        <p:nvSpPr>
          <p:cNvPr id="14" name="code_line_24_3">
            <a:extLst xmlns:a="http://schemas.openxmlformats.org/drawingml/2006/main">
              <a:ext uri="{FF2B5EF4-FFF2-40B4-BE49-F238E27FC236}">
                <a16:creationId xmlns:a16="http://schemas.microsoft.com/office/drawing/2014/main" id="{BE889E94-AE30-47CC-A788-863A41B1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5050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child-&gt;tree-&gt;root = NULL;</a:t>
            </a:r>
          </a:p>
        </p:txBody>
      </p:sp>
      <p:sp>
        <p:nvSpPr>
          <p:cNvPr id="15" name="code_hl_24_4">
            <a:extLst xmlns:a="http://schemas.openxmlformats.org/drawingml/2006/main">
              <a:ext uri="{FF2B5EF4-FFF2-40B4-BE49-F238E27FC236}">
                <a16:creationId xmlns:a16="http://schemas.microsoft.com/office/drawing/2014/main" id="{926A6989-69B4-49BB-BD6B-BA5E897F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275272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de_line_24_4">
            <a:extLst xmlns:a="http://schemas.openxmlformats.org/drawingml/2006/main">
              <a:ext uri="{FF2B5EF4-FFF2-40B4-BE49-F238E27FC236}">
                <a16:creationId xmlns:a16="http://schemas.microsoft.com/office/drawing/2014/main" id="{EF976194-F5BB-49E2-8F09-079E8A6F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7432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else if (child-&gt;parent-&gt;left == child)</a:t>
            </a:r>
          </a:p>
        </p:txBody>
      </p:sp>
      <p:sp>
        <p:nvSpPr>
          <p:cNvPr id="17" name="code_line_24_5">
            <a:extLst xmlns:a="http://schemas.openxmlformats.org/drawingml/2006/main">
              <a:ext uri="{FF2B5EF4-FFF2-40B4-BE49-F238E27FC236}">
                <a16:creationId xmlns:a16="http://schemas.microsoft.com/office/drawing/2014/main" id="{659C6403-F20B-4B1E-BE41-535E1E68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9813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child-&gt;parent-&gt;left = NULL;</a:t>
            </a:r>
          </a:p>
        </p:txBody>
      </p:sp>
      <p:sp>
        <p:nvSpPr>
          <p:cNvPr id="18" name="code_line_24_6">
            <a:extLst xmlns:a="http://schemas.openxmlformats.org/drawingml/2006/main">
              <a:ext uri="{FF2B5EF4-FFF2-40B4-BE49-F238E27FC236}">
                <a16:creationId xmlns:a16="http://schemas.microsoft.com/office/drawing/2014/main" id="{45E3F6DF-FDC4-46C3-8A84-B4FA2B7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21945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else</a:t>
            </a:r>
          </a:p>
        </p:txBody>
      </p:sp>
      <p:sp>
        <p:nvSpPr>
          <p:cNvPr id="19" name="code_hl_24_7">
            <a:extLst xmlns:a="http://schemas.openxmlformats.org/drawingml/2006/main">
              <a:ext uri="{FF2B5EF4-FFF2-40B4-BE49-F238E27FC236}">
                <a16:creationId xmlns:a16="http://schemas.microsoft.com/office/drawing/2014/main" id="{95520BDC-7594-49E3-A11F-D1337EA9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346710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de_line_24_7">
            <a:extLst xmlns:a="http://schemas.openxmlformats.org/drawingml/2006/main">
              <a:ext uri="{FF2B5EF4-FFF2-40B4-BE49-F238E27FC236}">
                <a16:creationId xmlns:a16="http://schemas.microsoft.com/office/drawing/2014/main" id="{10DB249F-E750-4ED7-9A46-CEAD2EA2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4575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child-&gt;parent-&gt;right = NULL;</a:t>
            </a:r>
          </a:p>
        </p:txBody>
      </p:sp>
      <p:sp>
        <p:nvSpPr>
          <p:cNvPr id="21" name="code_line_24_8">
            <a:extLst xmlns:a="http://schemas.openxmlformats.org/drawingml/2006/main">
              <a:ext uri="{FF2B5EF4-FFF2-40B4-BE49-F238E27FC236}">
                <a16:creationId xmlns:a16="http://schemas.microsoft.com/office/drawing/2014/main" id="{8F90838C-B864-40C1-A75D-82650AE7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6957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code_hl_24_9">
            <a:extLst xmlns:a="http://schemas.openxmlformats.org/drawingml/2006/main">
              <a:ext uri="{FF2B5EF4-FFF2-40B4-BE49-F238E27FC236}">
                <a16:creationId xmlns:a16="http://schemas.microsoft.com/office/drawing/2014/main" id="{3A2C5DA3-BC8C-4060-95DC-29963A5A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394335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24_9">
            <a:extLst xmlns:a="http://schemas.openxmlformats.org/drawingml/2006/main">
              <a:ext uri="{FF2B5EF4-FFF2-40B4-BE49-F238E27FC236}">
                <a16:creationId xmlns:a16="http://schemas.microsoft.com/office/drawing/2014/main" id="{8E661F8C-42D0-4B32-9CAE-F339360E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39338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delete child;</a:t>
            </a:r>
          </a:p>
        </p:txBody>
      </p:sp>
      <p:sp>
        <p:nvSpPr>
          <p:cNvPr id="24" name="code_line_24_10">
            <a:extLst xmlns:a="http://schemas.openxmlformats.org/drawingml/2006/main">
              <a:ext uri="{FF2B5EF4-FFF2-40B4-BE49-F238E27FC236}">
                <a16:creationId xmlns:a16="http://schemas.microsoft.com/office/drawing/2014/main" id="{D47997CD-AC8E-4DA8-8827-496CB38F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17195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code_hl_24_11">
            <a:extLst xmlns:a="http://schemas.openxmlformats.org/drawingml/2006/main">
              <a:ext uri="{FF2B5EF4-FFF2-40B4-BE49-F238E27FC236}">
                <a16:creationId xmlns:a16="http://schemas.microsoft.com/office/drawing/2014/main" id="{8DB27785-21A9-4616-A31B-3FF6D11C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441960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de_line_24_11">
            <a:extLst xmlns:a="http://schemas.openxmlformats.org/drawingml/2006/main">
              <a:ext uri="{FF2B5EF4-FFF2-40B4-BE49-F238E27FC236}">
                <a16:creationId xmlns:a16="http://schemas.microsoft.com/office/drawing/2014/main" id="{8C615142-C148-4B02-8DA5-42701693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41007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node-&gt;left = NULL;</a:t>
            </a:r>
          </a:p>
        </p:txBody>
      </p:sp>
      <p:sp>
        <p:nvSpPr>
          <p:cNvPr id="27" name="code_hl_24_12">
            <a:extLst xmlns:a="http://schemas.openxmlformats.org/drawingml/2006/main">
              <a:ext uri="{FF2B5EF4-FFF2-40B4-BE49-F238E27FC236}">
                <a16:creationId xmlns:a16="http://schemas.microsoft.com/office/drawing/2014/main" id="{717BC747-4138-4524-8EC3-D9D165E8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4657725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de_line_24_12">
            <a:extLst xmlns:a="http://schemas.openxmlformats.org/drawingml/2006/main">
              <a:ext uri="{FF2B5EF4-FFF2-40B4-BE49-F238E27FC236}">
                <a16:creationId xmlns:a16="http://schemas.microsoft.com/office/drawing/2014/main" id="{F1CB851B-0B66-40A2-B5A3-33101470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648200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node-&gt;right = NULL;</a:t>
            </a:r>
          </a:p>
        </p:txBody>
      </p:sp>
      <p:sp>
        <p:nvSpPr>
          <p:cNvPr id="29" name="code_hl_24_13">
            <a:extLst xmlns:a="http://schemas.openxmlformats.org/drawingml/2006/main">
              <a:ext uri="{FF2B5EF4-FFF2-40B4-BE49-F238E27FC236}">
                <a16:creationId xmlns:a16="http://schemas.microsoft.com/office/drawing/2014/main" id="{8F045088-9081-40EE-9811-57619EE0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05575" y="4895850"/>
            <a:ext cx="47529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code_line_24_13">
            <a:extLst xmlns:a="http://schemas.openxmlformats.org/drawingml/2006/main">
              <a:ext uri="{FF2B5EF4-FFF2-40B4-BE49-F238E27FC236}">
                <a16:creationId xmlns:a16="http://schemas.microsoft.com/office/drawing/2014/main" id="{381A2F6F-84C4-4580-B60B-9A4F844F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4886325"/>
            <a:ext cx="4619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delete node;</a:t>
            </a:r>
          </a:p>
        </p:txBody>
      </p:sp>
    </p:spTree>
    <p:extLst>
      <p:ext uri="{BB962C8B-B14F-4D97-AF65-F5344CB8AC3E}">
        <p14:creationId xmlns:p14="http://schemas.microsoft.com/office/powerpoint/2010/main" val="13241827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5">
            <a:extLst xmlns:a="http://schemas.openxmlformats.org/drawingml/2006/main">
              <a:ext uri="{FF2B5EF4-FFF2-40B4-BE49-F238E27FC236}">
                <a16:creationId xmlns:a16="http://schemas.microsoft.com/office/drawing/2014/main" id="{BD50D0C8-F6DF-4773-9EED-DCD489D0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25">
            <a:extLst xmlns:a="http://schemas.openxmlformats.org/drawingml/2006/main">
              <a:ext uri="{FF2B5EF4-FFF2-40B4-BE49-F238E27FC236}">
                <a16:creationId xmlns:a16="http://schemas.microsoft.com/office/drawing/2014/main" id="{1C8ACF7A-88E7-43C6-9175-530339E0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进入 adjustRemove 以后，只观察 parent、sibling 和两个侄子</a:t>
            </a:r>
          </a:p>
        </p:txBody>
      </p:sp>
      <p:sp>
        <p:nvSpPr>
          <p:cNvPr id="3" name="rule_25">
            <a:extLst xmlns:a="http://schemas.openxmlformats.org/drawingml/2006/main">
              <a:ext uri="{FF2B5EF4-FFF2-40B4-BE49-F238E27FC236}">
                <a16:creationId xmlns:a16="http://schemas.microsoft.com/office/drawing/2014/main" id="{5B38E86B-A9E1-4D23-BD2F-4F2D1905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5">
            <a:extLst xmlns:a="http://schemas.openxmlformats.org/drawingml/2006/main">
              <a:ext uri="{FF2B5EF4-FFF2-40B4-BE49-F238E27FC236}">
                <a16:creationId xmlns:a16="http://schemas.microsoft.com/office/drawing/2014/main" id="{4226ECAF-49AA-4631-8A4C-EFC92EE1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5" name="question_25_42">
            <a:extLst xmlns:a="http://schemas.openxmlformats.org/drawingml/2006/main">
              <a:ext uri="{FF2B5EF4-FFF2-40B4-BE49-F238E27FC236}">
                <a16:creationId xmlns:a16="http://schemas.microsoft.com/office/drawing/2014/main" id="{AE0AD0D4-B38E-4DE7-A5F5-E7153EA2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81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为什么不需要重新分析整棵树？</a:t>
            </a:r>
          </a:p>
        </p:txBody>
      </p:sp>
      <p:sp>
        <p:nvSpPr>
          <p:cNvPr id="6" name="reason_bar_25_42">
            <a:extLst xmlns:a="http://schemas.openxmlformats.org/drawingml/2006/main">
              <a:ext uri="{FF2B5EF4-FFF2-40B4-BE49-F238E27FC236}">
                <a16:creationId xmlns:a16="http://schemas.microsoft.com/office/drawing/2014/main" id="{04A6B21D-E171-490C-9C54-A7FB1EEC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25_42">
            <a:extLst xmlns:a="http://schemas.openxmlformats.org/drawingml/2006/main">
              <a:ext uri="{FF2B5EF4-FFF2-40B4-BE49-F238E27FC236}">
                <a16:creationId xmlns:a16="http://schemas.microsoft.com/office/drawing/2014/main" id="{12D27CA9-1BF8-4324-9AFB-7D5CF7E6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524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删除发生前整棵树是合法的。现在唯一新增的问题，是 node 所在路径少了一个黑色。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因此当前层真正能提供补偿的，只可能是同一个 parent 下的另一边：sibling 本身的颜色、sibling 的两个孩子，以及 parent 是否有一个红色可以拿来变黑。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近侄与远侄不是固定的 left / right。node 在左边时，sibling 的左孩子是近侄、右孩子是远侄；node 在右边时刚好镜像。</a:t>
            </a:r>
          </a:p>
        </p:txBody>
      </p:sp>
      <p:sp>
        <p:nvSpPr>
          <p:cNvPr id="8" name="roles_tree_edge_p_d">
            <a:extLst xmlns:a="http://schemas.openxmlformats.org/drawingml/2006/main">
              <a:ext uri="{FF2B5EF4-FFF2-40B4-BE49-F238E27FC236}">
                <a16:creationId xmlns:a16="http://schemas.microsoft.com/office/drawing/2014/main" id="{9C20B92A-BF3B-4B54-8BDF-BFD8C3CE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045437">
            <a:off x="7202011" y="3081338"/>
            <a:ext cx="2121853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les_tree_edge_p_s">
            <a:extLst xmlns:a="http://schemas.openxmlformats.org/drawingml/2006/main">
              <a:ext uri="{FF2B5EF4-FFF2-40B4-BE49-F238E27FC236}">
                <a16:creationId xmlns:a16="http://schemas.microsoft.com/office/drawing/2014/main" id="{C2D23A6B-AAFA-48B6-AC48-3EDD45E5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868933">
            <a:off x="8663329" y="3081338"/>
            <a:ext cx="2056716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oles_tree_edge_s_n">
            <a:extLst xmlns:a="http://schemas.openxmlformats.org/drawingml/2006/main">
              <a:ext uri="{FF2B5EF4-FFF2-40B4-BE49-F238E27FC236}">
                <a16:creationId xmlns:a16="http://schemas.microsoft.com/office/drawing/2014/main" id="{FC098982-86F4-4590-8CBD-ABEB78D9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993903">
            <a:off x="9303426" y="4510088"/>
            <a:ext cx="149089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oles_tree_edge_s_f">
            <a:extLst xmlns:a="http://schemas.openxmlformats.org/drawingml/2006/main">
              <a:ext uri="{FF2B5EF4-FFF2-40B4-BE49-F238E27FC236}">
                <a16:creationId xmlns:a16="http://schemas.microsoft.com/office/drawing/2014/main" id="{979E474A-3505-4CAD-9D31-D8F713B3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806097">
            <a:off x="9970176" y="4510088"/>
            <a:ext cx="149089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les_tree_p">
            <a:extLst xmlns:a="http://schemas.openxmlformats.org/drawingml/2006/main">
              <a:ext uri="{FF2B5EF4-FFF2-40B4-BE49-F238E27FC236}">
                <a16:creationId xmlns:a16="http://schemas.microsoft.com/office/drawing/2014/main" id="{BBD638BB-8885-4FA5-B94A-F90659D6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95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roles_tree_p_label">
            <a:extLst xmlns:a="http://schemas.openxmlformats.org/drawingml/2006/main">
              <a:ext uri="{FF2B5EF4-FFF2-40B4-BE49-F238E27FC236}">
                <a16:creationId xmlns:a16="http://schemas.microsoft.com/office/drawing/2014/main" id="{9CAF09DC-A3A7-425B-988F-7216D613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01100" y="2209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4" name="roles_tree_d_outer">
            <a:extLst xmlns:a="http://schemas.openxmlformats.org/drawingml/2006/main">
              <a:ext uri="{FF2B5EF4-FFF2-40B4-BE49-F238E27FC236}">
                <a16:creationId xmlns:a16="http://schemas.microsoft.com/office/drawing/2014/main" id="{6808C0ED-94BB-4EA1-B616-E5865A2E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19950" y="35528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5" name="roles_tree_d">
            <a:extLst xmlns:a="http://schemas.openxmlformats.org/drawingml/2006/main">
              <a:ext uri="{FF2B5EF4-FFF2-40B4-BE49-F238E27FC236}">
                <a16:creationId xmlns:a16="http://schemas.microsoft.com/office/drawing/2014/main" id="{F4EE8A6B-AC89-491A-956D-99EC1136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86625" y="3619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roles_tree_d_label">
            <a:extLst xmlns:a="http://schemas.openxmlformats.org/drawingml/2006/main">
              <a:ext uri="{FF2B5EF4-FFF2-40B4-BE49-F238E27FC236}">
                <a16:creationId xmlns:a16="http://schemas.microsoft.com/office/drawing/2014/main" id="{2EE116F9-3343-4A8C-8015-FA12B5E57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7" name="roles_tree_s">
            <a:extLst xmlns:a="http://schemas.openxmlformats.org/drawingml/2006/main">
              <a:ext uri="{FF2B5EF4-FFF2-40B4-BE49-F238E27FC236}">
                <a16:creationId xmlns:a16="http://schemas.microsoft.com/office/drawing/2014/main" id="{6F6DAE2A-118D-4A04-B578-3798E1ED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44125" y="3619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roles_tree_s_label">
            <a:extLst xmlns:a="http://schemas.openxmlformats.org/drawingml/2006/main">
              <a:ext uri="{FF2B5EF4-FFF2-40B4-BE49-F238E27FC236}">
                <a16:creationId xmlns:a16="http://schemas.microsoft.com/office/drawing/2014/main" id="{CE25E33B-C214-4672-83F4-5E5FC6BC9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37338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19" name="roles_tree_n">
            <a:extLst xmlns:a="http://schemas.openxmlformats.org/drawingml/2006/main">
              <a:ext uri="{FF2B5EF4-FFF2-40B4-BE49-F238E27FC236}">
                <a16:creationId xmlns:a16="http://schemas.microsoft.com/office/drawing/2014/main" id="{883CA65F-AA0D-477E-B20E-15953BDD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77375" y="4953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roles_tree_n_label">
            <a:extLst xmlns:a="http://schemas.openxmlformats.org/drawingml/2006/main">
              <a:ext uri="{FF2B5EF4-FFF2-40B4-BE49-F238E27FC236}">
                <a16:creationId xmlns:a16="http://schemas.microsoft.com/office/drawing/2014/main" id="{1A5ECCA1-DB20-444B-AFB6-6BB12A36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5475" y="5067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1" name="roles_tree_f">
            <a:extLst xmlns:a="http://schemas.openxmlformats.org/drawingml/2006/main">
              <a:ext uri="{FF2B5EF4-FFF2-40B4-BE49-F238E27FC236}">
                <a16:creationId xmlns:a16="http://schemas.microsoft.com/office/drawing/2014/main" id="{050E1E53-486B-4036-8460-1E2ABB83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10875" y="4953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roles_tree_f_label">
            <a:extLst xmlns:a="http://schemas.openxmlformats.org/drawingml/2006/main">
              <a:ext uri="{FF2B5EF4-FFF2-40B4-BE49-F238E27FC236}">
                <a16:creationId xmlns:a16="http://schemas.microsoft.com/office/drawing/2014/main" id="{9C7B8AB7-DFEB-4007-80B5-7C20C929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848975" y="5067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3" name="roles_note">
            <a:extLst xmlns:a="http://schemas.openxmlformats.org/drawingml/2006/main">
              <a:ext uri="{FF2B5EF4-FFF2-40B4-BE49-F238E27FC236}">
                <a16:creationId xmlns:a16="http://schemas.microsoft.com/office/drawing/2014/main" id="{4800644B-7F1A-4D40-AF1C-BECE4B06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5619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node 在左边：N = near，F = far</a:t>
            </a:r>
          </a:p>
        </p:txBody>
      </p:sp>
    </p:spTree>
    <p:extLst>
      <p:ext uri="{BB962C8B-B14F-4D97-AF65-F5344CB8AC3E}">
        <p14:creationId xmlns:p14="http://schemas.microsoft.com/office/powerpoint/2010/main" val="14445029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6">
            <a:extLst xmlns:a="http://schemas.openxmlformats.org/drawingml/2006/main">
              <a:ext uri="{FF2B5EF4-FFF2-40B4-BE49-F238E27FC236}">
                <a16:creationId xmlns:a16="http://schemas.microsoft.com/office/drawing/2014/main" id="{8C221F53-D2EF-4BF6-8250-0BB7E697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26">
            <a:extLst xmlns:a="http://schemas.openxmlformats.org/drawingml/2006/main">
              <a:ext uri="{FF2B5EF4-FFF2-40B4-BE49-F238E27FC236}">
                <a16:creationId xmlns:a16="http://schemas.microsoft.com/office/drawing/2014/main" id="{EECCAC79-AB50-4900-9FD5-1CC6608C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情况一：双黑走到根，为什么根可以直接吸收它</a:t>
            </a:r>
          </a:p>
        </p:txBody>
      </p:sp>
      <p:sp>
        <p:nvSpPr>
          <p:cNvPr id="3" name="rule_26">
            <a:extLst xmlns:a="http://schemas.openxmlformats.org/drawingml/2006/main">
              <a:ext uri="{FF2B5EF4-FFF2-40B4-BE49-F238E27FC236}">
                <a16:creationId xmlns:a16="http://schemas.microsoft.com/office/drawing/2014/main" id="{E833F9F2-7B70-4576-B2BE-A0F5529D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6">
            <a:extLst xmlns:a="http://schemas.openxmlformats.org/drawingml/2006/main">
              <a:ext uri="{FF2B5EF4-FFF2-40B4-BE49-F238E27FC236}">
                <a16:creationId xmlns:a16="http://schemas.microsoft.com/office/drawing/2014/main" id="{ED3D41D2-1483-4719-A54B-B7FE9EFC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5" name="before_panel_26">
            <a:extLst xmlns:a="http://schemas.openxmlformats.org/drawingml/2006/main">
              <a:ext uri="{FF2B5EF4-FFF2-40B4-BE49-F238E27FC236}">
                <a16:creationId xmlns:a16="http://schemas.microsoft.com/office/drawing/2014/main" id="{51B9ACD5-07B8-425F-B56B-7A533FF6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6">
            <a:extLst xmlns:a="http://schemas.openxmlformats.org/drawingml/2006/main">
              <a:ext uri="{FF2B5EF4-FFF2-40B4-BE49-F238E27FC236}">
                <a16:creationId xmlns:a16="http://schemas.microsoft.com/office/drawing/2014/main" id="{70098FD1-0A52-49B9-827C-8C11E739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6">
            <a:extLst xmlns:a="http://schemas.openxmlformats.org/drawingml/2006/main">
              <a:ext uri="{FF2B5EF4-FFF2-40B4-BE49-F238E27FC236}">
                <a16:creationId xmlns:a16="http://schemas.microsoft.com/office/drawing/2014/main" id="{DE89BD9D-79B9-4E7F-AB3A-2CE6DFD7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额外黑色一路上推，最后 node 已经没有 parent</a:t>
            </a:r>
          </a:p>
        </p:txBody>
      </p:sp>
      <p:sp>
        <p:nvSpPr>
          <p:cNvPr id="8" name="after_label_26">
            <a:extLst xmlns:a="http://schemas.openxmlformats.org/drawingml/2006/main">
              <a:ext uri="{FF2B5EF4-FFF2-40B4-BE49-F238E27FC236}">
                <a16:creationId xmlns:a16="http://schemas.microsoft.com/office/drawing/2014/main" id="{7D513B04-9D01-4CE5-AAC3-958667FB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根恢复为普通黑色，所有路径同时去掉额外黑色</a:t>
            </a:r>
          </a:p>
        </p:txBody>
      </p:sp>
      <p:sp>
        <p:nvSpPr>
          <p:cNvPr id="9" name="before_26_r_outer">
            <a:extLst xmlns:a="http://schemas.openxmlformats.org/drawingml/2006/main">
              <a:ext uri="{FF2B5EF4-FFF2-40B4-BE49-F238E27FC236}">
                <a16:creationId xmlns:a16="http://schemas.microsoft.com/office/drawing/2014/main" id="{BEA84832-1D2D-4C93-B026-EA0C04BC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00325" y="32194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0" name="before_26_r">
            <a:extLst xmlns:a="http://schemas.openxmlformats.org/drawingml/2006/main">
              <a:ext uri="{FF2B5EF4-FFF2-40B4-BE49-F238E27FC236}">
                <a16:creationId xmlns:a16="http://schemas.microsoft.com/office/drawing/2014/main" id="{9F971AD6-AEAA-4B32-B3BC-5D57B58D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3286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before_26_r_label">
            <a:extLst xmlns:a="http://schemas.openxmlformats.org/drawingml/2006/main">
              <a:ext uri="{FF2B5EF4-FFF2-40B4-BE49-F238E27FC236}">
                <a16:creationId xmlns:a16="http://schemas.microsoft.com/office/drawing/2014/main" id="{7381B9BC-D7B4-4DCC-A15D-289C8EE0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100" y="3400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2" name="after_26_r">
            <a:extLst xmlns:a="http://schemas.openxmlformats.org/drawingml/2006/main">
              <a:ext uri="{FF2B5EF4-FFF2-40B4-BE49-F238E27FC236}">
                <a16:creationId xmlns:a16="http://schemas.microsoft.com/office/drawing/2014/main" id="{E5C6A4B9-69AE-4191-87CD-8B441B7F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3286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after_26_r_label">
            <a:extLst xmlns:a="http://schemas.openxmlformats.org/drawingml/2006/main">
              <a:ext uri="{FF2B5EF4-FFF2-40B4-BE49-F238E27FC236}">
                <a16:creationId xmlns:a16="http://schemas.microsoft.com/office/drawing/2014/main" id="{07A55487-D801-473D-B92E-02D4A948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3400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</a:t>
            </a:r>
          </a:p>
        </p:txBody>
      </p:sp>
      <p:sp>
        <p:nvSpPr>
          <p:cNvPr id="14" name="transition_26_shaft">
            <a:extLst xmlns:a="http://schemas.openxmlformats.org/drawingml/2006/main">
              <a:ext uri="{FF2B5EF4-FFF2-40B4-BE49-F238E27FC236}">
                <a16:creationId xmlns:a16="http://schemas.microsoft.com/office/drawing/2014/main" id="{5389E2D2-EB1C-4E8B-A33F-939B5133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ransition_26_head_1">
            <a:extLst xmlns:a="http://schemas.openxmlformats.org/drawingml/2006/main">
              <a:ext uri="{FF2B5EF4-FFF2-40B4-BE49-F238E27FC236}">
                <a16:creationId xmlns:a16="http://schemas.microsoft.com/office/drawing/2014/main" id="{BFF57702-F54A-459B-8F8F-D217DA2F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ransition_26_head_2">
            <a:extLst xmlns:a="http://schemas.openxmlformats.org/drawingml/2006/main">
              <a:ext uri="{FF2B5EF4-FFF2-40B4-BE49-F238E27FC236}">
                <a16:creationId xmlns:a16="http://schemas.microsoft.com/office/drawing/2014/main" id="{A3A926F9-1DB4-4640-9E16-8509F9C2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ransition_caption_26">
            <a:extLst xmlns:a="http://schemas.openxmlformats.org/drawingml/2006/main">
              <a:ext uri="{FF2B5EF4-FFF2-40B4-BE49-F238E27FC236}">
                <a16:creationId xmlns:a16="http://schemas.microsoft.com/office/drawing/2014/main" id="{995A3021-D5FF-41F7-A255-1A18D13B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根出现在所有根到叶子的路径上，所以把 DOUBLE_BLACK 恢复成 BLACK 不会制造路径间差异。这也是循环的终止兜底：局部若无法消掉亏损，就向上推；树高有限，最多走到根。</a:t>
            </a:r>
          </a:p>
        </p:txBody>
      </p:sp>
    </p:spTree>
    <p:extLst>
      <p:ext uri="{BB962C8B-B14F-4D97-AF65-F5344CB8AC3E}">
        <p14:creationId xmlns:p14="http://schemas.microsoft.com/office/powerpoint/2010/main" val="2140992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7">
            <a:extLst xmlns:a="http://schemas.openxmlformats.org/drawingml/2006/main">
              <a:ext uri="{FF2B5EF4-FFF2-40B4-BE49-F238E27FC236}">
                <a16:creationId xmlns:a16="http://schemas.microsoft.com/office/drawing/2014/main" id="{E558291F-2BCC-49A7-900F-4552CFBC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27">
            <a:extLst xmlns:a="http://schemas.openxmlformats.org/drawingml/2006/main">
              <a:ext uri="{FF2B5EF4-FFF2-40B4-BE49-F238E27FC236}">
                <a16:creationId xmlns:a16="http://schemas.microsoft.com/office/drawing/2014/main" id="{3669DEDA-AE9A-46B7-8C0C-F831013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情况二：兄弟为红，旋转的目的只是换一个黑兄弟出来</a:t>
            </a:r>
          </a:p>
        </p:txBody>
      </p:sp>
      <p:sp>
        <p:nvSpPr>
          <p:cNvPr id="3" name="rule_27">
            <a:extLst xmlns:a="http://schemas.openxmlformats.org/drawingml/2006/main">
              <a:ext uri="{FF2B5EF4-FFF2-40B4-BE49-F238E27FC236}">
                <a16:creationId xmlns:a16="http://schemas.microsoft.com/office/drawing/2014/main" id="{BAFA6B5B-FAED-4145-AD5D-B71E6B89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7">
            <a:extLst xmlns:a="http://schemas.openxmlformats.org/drawingml/2006/main">
              <a:ext uri="{FF2B5EF4-FFF2-40B4-BE49-F238E27FC236}">
                <a16:creationId xmlns:a16="http://schemas.microsoft.com/office/drawing/2014/main" id="{1F27665A-B87C-4B82-A328-39109B74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5" name="before_panel_27">
            <a:extLst xmlns:a="http://schemas.openxmlformats.org/drawingml/2006/main">
              <a:ext uri="{FF2B5EF4-FFF2-40B4-BE49-F238E27FC236}">
                <a16:creationId xmlns:a16="http://schemas.microsoft.com/office/drawing/2014/main" id="{451A7EFF-A682-4017-93A4-0C2950B1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7">
            <a:extLst xmlns:a="http://schemas.openxmlformats.org/drawingml/2006/main">
              <a:ext uri="{FF2B5EF4-FFF2-40B4-BE49-F238E27FC236}">
                <a16:creationId xmlns:a16="http://schemas.microsoft.com/office/drawing/2014/main" id="{80388E0D-5C34-40D2-88C1-34277258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7">
            <a:extLst xmlns:a="http://schemas.openxmlformats.org/drawingml/2006/main">
              <a:ext uri="{FF2B5EF4-FFF2-40B4-BE49-F238E27FC236}">
                <a16:creationId xmlns:a16="http://schemas.microsoft.com/office/drawing/2014/main" id="{E5B95E70-8322-472C-860E-05AE8DF8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当前 sibling 是红色，不能直接套用黑兄弟分支</a:t>
            </a:r>
          </a:p>
        </p:txBody>
      </p:sp>
      <p:sp>
        <p:nvSpPr>
          <p:cNvPr id="8" name="after_label_27">
            <a:extLst xmlns:a="http://schemas.openxmlformats.org/drawingml/2006/main">
              <a:ext uri="{FF2B5EF4-FFF2-40B4-BE49-F238E27FC236}">
                <a16:creationId xmlns:a16="http://schemas.microsoft.com/office/drawing/2014/main" id="{1FF3D272-7D96-43B8-9121-F4CFC304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S 上升，P 变红；node 的新兄弟 N 为黑</a:t>
            </a:r>
          </a:p>
        </p:txBody>
      </p:sp>
      <p:sp>
        <p:nvSpPr>
          <p:cNvPr id="9" name="before_27_edge_p_d">
            <a:extLst xmlns:a="http://schemas.openxmlformats.org/drawingml/2006/main">
              <a:ext uri="{FF2B5EF4-FFF2-40B4-BE49-F238E27FC236}">
                <a16:creationId xmlns:a16="http://schemas.microsoft.com/office/drawing/2014/main" id="{A01B3F3C-0648-438F-B974-9414A5694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1428437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27_edge_p_s">
            <a:extLst xmlns:a="http://schemas.openxmlformats.org/drawingml/2006/main">
              <a:ext uri="{FF2B5EF4-FFF2-40B4-BE49-F238E27FC236}">
                <a16:creationId xmlns:a16="http://schemas.microsoft.com/office/drawing/2014/main" id="{FA3CA71E-9C51-43AF-A7DD-31DEB58F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2495441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27_edge_s_n">
            <a:extLst xmlns:a="http://schemas.openxmlformats.org/drawingml/2006/main">
              <a:ext uri="{FF2B5EF4-FFF2-40B4-BE49-F238E27FC236}">
                <a16:creationId xmlns:a16="http://schemas.microsoft.com/office/drawing/2014/main" id="{58CB2EF7-2DDC-4D46-9077-21849E2B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310281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27_edge_s_f">
            <a:extLst xmlns:a="http://schemas.openxmlformats.org/drawingml/2006/main">
              <a:ext uri="{FF2B5EF4-FFF2-40B4-BE49-F238E27FC236}">
                <a16:creationId xmlns:a16="http://schemas.microsoft.com/office/drawing/2014/main" id="{401B9F35-F736-414A-9C6A-E36D12F3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3732875" y="4581525"/>
            <a:ext cx="12020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27_p">
            <a:extLst xmlns:a="http://schemas.openxmlformats.org/drawingml/2006/main">
              <a:ext uri="{FF2B5EF4-FFF2-40B4-BE49-F238E27FC236}">
                <a16:creationId xmlns:a16="http://schemas.microsoft.com/office/drawing/2014/main" id="{88D6C312-4BDD-49D2-AC65-3A0C8754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27_p_label">
            <a:extLst xmlns:a="http://schemas.openxmlformats.org/drawingml/2006/main">
              <a:ext uri="{FF2B5EF4-FFF2-40B4-BE49-F238E27FC236}">
                <a16:creationId xmlns:a16="http://schemas.microsoft.com/office/drawing/2014/main" id="{559D9D59-29E5-4E47-8E01-253A4B6F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27_d_outer">
            <a:extLst xmlns:a="http://schemas.openxmlformats.org/drawingml/2006/main">
              <a:ext uri="{FF2B5EF4-FFF2-40B4-BE49-F238E27FC236}">
                <a16:creationId xmlns:a16="http://schemas.microsoft.com/office/drawing/2014/main" id="{0EC6332A-6E36-467A-BE6B-26DBC25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49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6" name="before_27_d">
            <a:extLst xmlns:a="http://schemas.openxmlformats.org/drawingml/2006/main">
              <a:ext uri="{FF2B5EF4-FFF2-40B4-BE49-F238E27FC236}">
                <a16:creationId xmlns:a16="http://schemas.microsoft.com/office/drawing/2014/main" id="{6C1D99F8-A777-4FF4-8E78-E1866650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27_d_label">
            <a:extLst xmlns:a="http://schemas.openxmlformats.org/drawingml/2006/main">
              <a:ext uri="{FF2B5EF4-FFF2-40B4-BE49-F238E27FC236}">
                <a16:creationId xmlns:a16="http://schemas.microsoft.com/office/drawing/2014/main" id="{00D15D43-1BC7-406C-A10C-593B0FF0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9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8" name="before_27_s">
            <a:extLst xmlns:a="http://schemas.openxmlformats.org/drawingml/2006/main">
              <a:ext uri="{FF2B5EF4-FFF2-40B4-BE49-F238E27FC236}">
                <a16:creationId xmlns:a16="http://schemas.microsoft.com/office/drawing/2014/main" id="{8B8AA8AE-4193-4A93-8DEE-D08DBABC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27_s_label">
            <a:extLst xmlns:a="http://schemas.openxmlformats.org/drawingml/2006/main">
              <a:ext uri="{FF2B5EF4-FFF2-40B4-BE49-F238E27FC236}">
                <a16:creationId xmlns:a16="http://schemas.microsoft.com/office/drawing/2014/main" id="{44FE8ECB-FE12-4574-ABB2-0ABD964B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20" name="before_27_n">
            <a:extLst xmlns:a="http://schemas.openxmlformats.org/drawingml/2006/main">
              <a:ext uri="{FF2B5EF4-FFF2-40B4-BE49-F238E27FC236}">
                <a16:creationId xmlns:a16="http://schemas.microsoft.com/office/drawing/2014/main" id="{89FB29DD-7384-4D5F-8892-5F880D3A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before_27_n_label">
            <a:extLst xmlns:a="http://schemas.openxmlformats.org/drawingml/2006/main">
              <a:ext uri="{FF2B5EF4-FFF2-40B4-BE49-F238E27FC236}">
                <a16:creationId xmlns:a16="http://schemas.microsoft.com/office/drawing/2014/main" id="{15456D85-C977-4384-8033-6DC25971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2" name="before_27_f">
            <a:extLst xmlns:a="http://schemas.openxmlformats.org/drawingml/2006/main">
              <a:ext uri="{FF2B5EF4-FFF2-40B4-BE49-F238E27FC236}">
                <a16:creationId xmlns:a16="http://schemas.microsoft.com/office/drawing/2014/main" id="{B8E92F61-2AFC-4B1D-9D71-482A9F37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before_27_f_label">
            <a:extLst xmlns:a="http://schemas.openxmlformats.org/drawingml/2006/main">
              <a:ext uri="{FF2B5EF4-FFF2-40B4-BE49-F238E27FC236}">
                <a16:creationId xmlns:a16="http://schemas.microsoft.com/office/drawing/2014/main" id="{E399788A-8DA3-4793-BA95-DF0E1475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4" name="after_27_edge_s_p">
            <a:extLst xmlns:a="http://schemas.openxmlformats.org/drawingml/2006/main">
              <a:ext uri="{FF2B5EF4-FFF2-40B4-BE49-F238E27FC236}">
                <a16:creationId xmlns:a16="http://schemas.microsoft.com/office/drawing/2014/main" id="{05F897AA-E922-486E-8BA9-59B687B9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99213">
            <a:off x="7609050" y="3343275"/>
            <a:ext cx="19269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27_edge_s_f">
            <a:extLst xmlns:a="http://schemas.openxmlformats.org/drawingml/2006/main">
              <a:ext uri="{FF2B5EF4-FFF2-40B4-BE49-F238E27FC236}">
                <a16:creationId xmlns:a16="http://schemas.microsoft.com/office/drawing/2014/main" id="{3F917E41-5E95-4DDA-8F8A-6304B958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787">
            <a:off x="8847300" y="3343275"/>
            <a:ext cx="19269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27_edge_p_d">
            <a:extLst xmlns:a="http://schemas.openxmlformats.org/drawingml/2006/main">
              <a:ext uri="{FF2B5EF4-FFF2-40B4-BE49-F238E27FC236}">
                <a16:creationId xmlns:a16="http://schemas.microsoft.com/office/drawing/2014/main" id="{0BD1DFC1-40D6-41EF-A8B9-91EE4C4F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32261">
            <a:off x="6981659" y="4581525"/>
            <a:ext cx="122905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27_edge_p_n">
            <a:extLst xmlns:a="http://schemas.openxmlformats.org/drawingml/2006/main">
              <a:ext uri="{FF2B5EF4-FFF2-40B4-BE49-F238E27FC236}">
                <a16:creationId xmlns:a16="http://schemas.microsoft.com/office/drawing/2014/main" id="{68922AB7-A01A-48F6-8A97-92367101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67739">
            <a:off x="7696034" y="4581525"/>
            <a:ext cx="122905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after_27_s">
            <a:extLst xmlns:a="http://schemas.openxmlformats.org/drawingml/2006/main">
              <a:ext uri="{FF2B5EF4-FFF2-40B4-BE49-F238E27FC236}">
                <a16:creationId xmlns:a16="http://schemas.microsoft.com/office/drawing/2014/main" id="{5AF01574-56D0-4F43-A7BB-1FA73E14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after_27_s_label">
            <a:extLst xmlns:a="http://schemas.openxmlformats.org/drawingml/2006/main">
              <a:ext uri="{FF2B5EF4-FFF2-40B4-BE49-F238E27FC236}">
                <a16:creationId xmlns:a16="http://schemas.microsoft.com/office/drawing/2014/main" id="{624CCCAC-E6B6-414F-B99A-49A069B8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30" name="after_27_p">
            <a:extLst xmlns:a="http://schemas.openxmlformats.org/drawingml/2006/main">
              <a:ext uri="{FF2B5EF4-FFF2-40B4-BE49-F238E27FC236}">
                <a16:creationId xmlns:a16="http://schemas.microsoft.com/office/drawing/2014/main" id="{017E7439-92B2-4057-B6B6-357A5E24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after_27_p_label">
            <a:extLst xmlns:a="http://schemas.openxmlformats.org/drawingml/2006/main">
              <a:ext uri="{FF2B5EF4-FFF2-40B4-BE49-F238E27FC236}">
                <a16:creationId xmlns:a16="http://schemas.microsoft.com/office/drawing/2014/main" id="{B4B198C2-9EE6-491D-8B91-25A002EE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32" name="after_27_f">
            <a:extLst xmlns:a="http://schemas.openxmlformats.org/drawingml/2006/main">
              <a:ext uri="{FF2B5EF4-FFF2-40B4-BE49-F238E27FC236}">
                <a16:creationId xmlns:a16="http://schemas.microsoft.com/office/drawing/2014/main" id="{7EDAEEDC-CA04-44FA-88AA-2970AE7B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after_27_f_label">
            <a:extLst xmlns:a="http://schemas.openxmlformats.org/drawingml/2006/main">
              <a:ext uri="{FF2B5EF4-FFF2-40B4-BE49-F238E27FC236}">
                <a16:creationId xmlns:a16="http://schemas.microsoft.com/office/drawing/2014/main" id="{BFEA2439-9135-491A-A65A-D0880393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298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34" name="after_27_d_outer">
            <a:extLst xmlns:a="http://schemas.openxmlformats.org/drawingml/2006/main">
              <a:ext uri="{FF2B5EF4-FFF2-40B4-BE49-F238E27FC236}">
                <a16:creationId xmlns:a16="http://schemas.microsoft.com/office/drawing/2014/main" id="{71F72C44-8EEF-4600-9DE3-77C276D6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4200" y="479107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35" name="after_27_d">
            <a:extLst xmlns:a="http://schemas.openxmlformats.org/drawingml/2006/main">
              <a:ext uri="{FF2B5EF4-FFF2-40B4-BE49-F238E27FC236}">
                <a16:creationId xmlns:a16="http://schemas.microsoft.com/office/drawing/2014/main" id="{232BA318-E31B-4144-87F6-18105D34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08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after_27_d_label">
            <a:extLst xmlns:a="http://schemas.openxmlformats.org/drawingml/2006/main">
              <a:ext uri="{FF2B5EF4-FFF2-40B4-BE49-F238E27FC236}">
                <a16:creationId xmlns:a16="http://schemas.microsoft.com/office/drawing/2014/main" id="{09E4B4E5-6C62-4DEF-BBA2-6C2D52B9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89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37" name="after_27_n">
            <a:extLst xmlns:a="http://schemas.openxmlformats.org/drawingml/2006/main">
              <a:ext uri="{FF2B5EF4-FFF2-40B4-BE49-F238E27FC236}">
                <a16:creationId xmlns:a16="http://schemas.microsoft.com/office/drawing/2014/main" id="{18B10FED-0D2D-4611-80AD-36E718D3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9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after_27_n_label">
            <a:extLst xmlns:a="http://schemas.openxmlformats.org/drawingml/2006/main">
              <a:ext uri="{FF2B5EF4-FFF2-40B4-BE49-F238E27FC236}">
                <a16:creationId xmlns:a16="http://schemas.microsoft.com/office/drawing/2014/main" id="{D553CB32-B9B7-47FC-9780-6C3A688D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67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9" name="transition_27_shaft">
            <a:extLst xmlns:a="http://schemas.openxmlformats.org/drawingml/2006/main">
              <a:ext uri="{FF2B5EF4-FFF2-40B4-BE49-F238E27FC236}">
                <a16:creationId xmlns:a16="http://schemas.microsoft.com/office/drawing/2014/main" id="{697E5C80-B611-4363-B213-784F5445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ransition_27_head_1">
            <a:extLst xmlns:a="http://schemas.openxmlformats.org/drawingml/2006/main">
              <a:ext uri="{FF2B5EF4-FFF2-40B4-BE49-F238E27FC236}">
                <a16:creationId xmlns:a16="http://schemas.microsoft.com/office/drawing/2014/main" id="{1BBBE0AF-13D7-47DA-B7E4-930B8258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ransition_27_head_2">
            <a:extLst xmlns:a="http://schemas.openxmlformats.org/drawingml/2006/main">
              <a:ext uri="{FF2B5EF4-FFF2-40B4-BE49-F238E27FC236}">
                <a16:creationId xmlns:a16="http://schemas.microsoft.com/office/drawing/2014/main" id="{11C056B3-453D-463E-BE65-DFD13D3A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transition_caption_27">
            <a:extLst xmlns:a="http://schemas.openxmlformats.org/drawingml/2006/main">
              <a:ext uri="{FF2B5EF4-FFF2-40B4-BE49-F238E27FC236}">
                <a16:creationId xmlns:a16="http://schemas.microsoft.com/office/drawing/2014/main" id="{03613B66-32E8-4D8B-AD9A-A7FEA955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红兄弟分支不直接消除双黑。它只是通过换色和旋转，把局面改写成后面统一处理的“黑兄弟”。</a:t>
            </a:r>
          </a:p>
        </p:txBody>
      </p:sp>
    </p:spTree>
    <p:extLst>
      <p:ext uri="{BB962C8B-B14F-4D97-AF65-F5344CB8AC3E}">
        <p14:creationId xmlns:p14="http://schemas.microsoft.com/office/powerpoint/2010/main" val="15259886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8">
            <a:extLst xmlns:a="http://schemas.openxmlformats.org/drawingml/2006/main">
              <a:ext uri="{FF2B5EF4-FFF2-40B4-BE49-F238E27FC236}">
                <a16:creationId xmlns:a16="http://schemas.microsoft.com/office/drawing/2014/main" id="{6711010A-E69F-4018-B5E9-61DA22CE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28">
            <a:extLst xmlns:a="http://schemas.openxmlformats.org/drawingml/2006/main">
              <a:ext uri="{FF2B5EF4-FFF2-40B4-BE49-F238E27FC236}">
                <a16:creationId xmlns:a16="http://schemas.microsoft.com/office/drawing/2014/main" id="{2898113A-26A8-4766-B4BC-DC02BD91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情况三：父黑、兄弟黑、双侄黑，为什么 sibling 染红后亏损会上移</a:t>
            </a:r>
          </a:p>
        </p:txBody>
      </p:sp>
      <p:sp>
        <p:nvSpPr>
          <p:cNvPr id="3" name="rule_28">
            <a:extLst xmlns:a="http://schemas.openxmlformats.org/drawingml/2006/main">
              <a:ext uri="{FF2B5EF4-FFF2-40B4-BE49-F238E27FC236}">
                <a16:creationId xmlns:a16="http://schemas.microsoft.com/office/drawing/2014/main" id="{43516A0F-B4D7-4494-84B9-078BD8AB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8">
            <a:extLst xmlns:a="http://schemas.openxmlformats.org/drawingml/2006/main">
              <a:ext uri="{FF2B5EF4-FFF2-40B4-BE49-F238E27FC236}">
                <a16:creationId xmlns:a16="http://schemas.microsoft.com/office/drawing/2014/main" id="{39BEB730-DF95-4324-A5C1-F3874DCE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before_panel_28">
            <a:extLst xmlns:a="http://schemas.openxmlformats.org/drawingml/2006/main">
              <a:ext uri="{FF2B5EF4-FFF2-40B4-BE49-F238E27FC236}">
                <a16:creationId xmlns:a16="http://schemas.microsoft.com/office/drawing/2014/main" id="{72A4A49C-B407-4BE4-AC0B-3217437C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8">
            <a:extLst xmlns:a="http://schemas.openxmlformats.org/drawingml/2006/main">
              <a:ext uri="{FF2B5EF4-FFF2-40B4-BE49-F238E27FC236}">
                <a16:creationId xmlns:a16="http://schemas.microsoft.com/office/drawing/2014/main" id="{A3A81C64-F6A7-422C-A2F6-C759FD70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8">
            <a:extLst xmlns:a="http://schemas.openxmlformats.org/drawingml/2006/main">
              <a:ext uri="{FF2B5EF4-FFF2-40B4-BE49-F238E27FC236}">
                <a16:creationId xmlns:a16="http://schemas.microsoft.com/office/drawing/2014/main" id="{3350C218-2CC4-413B-8742-1BFB9ACC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node 这一边少一个黑色，兄弟整边又拿不出红色补偿</a:t>
            </a:r>
          </a:p>
        </p:txBody>
      </p:sp>
      <p:sp>
        <p:nvSpPr>
          <p:cNvPr id="8" name="after_label_28">
            <a:extLst xmlns:a="http://schemas.openxmlformats.org/drawingml/2006/main">
              <a:ext uri="{FF2B5EF4-FFF2-40B4-BE49-F238E27FC236}">
                <a16:creationId xmlns:a16="http://schemas.microsoft.com/office/drawing/2014/main" id="{2303E1E5-0B46-4B92-A1AC-9C8D295E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S 染红，右边也少一个黑色；亏损改由 P 承担</a:t>
            </a:r>
          </a:p>
        </p:txBody>
      </p:sp>
      <p:sp>
        <p:nvSpPr>
          <p:cNvPr id="9" name="before_28_edge_p_d">
            <a:extLst xmlns:a="http://schemas.openxmlformats.org/drawingml/2006/main">
              <a:ext uri="{FF2B5EF4-FFF2-40B4-BE49-F238E27FC236}">
                <a16:creationId xmlns:a16="http://schemas.microsoft.com/office/drawing/2014/main" id="{5FB5160D-8237-480C-A4F7-5D8AC8F2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1428437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28_edge_p_s">
            <a:extLst xmlns:a="http://schemas.openxmlformats.org/drawingml/2006/main">
              <a:ext uri="{FF2B5EF4-FFF2-40B4-BE49-F238E27FC236}">
                <a16:creationId xmlns:a16="http://schemas.microsoft.com/office/drawing/2014/main" id="{DA036186-AAFA-45C8-864D-E360B43C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2495441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28_edge_s_n">
            <a:extLst xmlns:a="http://schemas.openxmlformats.org/drawingml/2006/main">
              <a:ext uri="{FF2B5EF4-FFF2-40B4-BE49-F238E27FC236}">
                <a16:creationId xmlns:a16="http://schemas.microsoft.com/office/drawing/2014/main" id="{F9D3DDA1-4AF6-49FF-8A16-43347C60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310281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28_edge_s_f">
            <a:extLst xmlns:a="http://schemas.openxmlformats.org/drawingml/2006/main">
              <a:ext uri="{FF2B5EF4-FFF2-40B4-BE49-F238E27FC236}">
                <a16:creationId xmlns:a16="http://schemas.microsoft.com/office/drawing/2014/main" id="{30620BB1-E49E-4789-87E0-8717B497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3732875" y="4581525"/>
            <a:ext cx="12020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28_p">
            <a:extLst xmlns:a="http://schemas.openxmlformats.org/drawingml/2006/main">
              <a:ext uri="{FF2B5EF4-FFF2-40B4-BE49-F238E27FC236}">
                <a16:creationId xmlns:a16="http://schemas.microsoft.com/office/drawing/2014/main" id="{F9FBC216-7508-4363-BBAB-E1CC733B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28_p_label">
            <a:extLst xmlns:a="http://schemas.openxmlformats.org/drawingml/2006/main">
              <a:ext uri="{FF2B5EF4-FFF2-40B4-BE49-F238E27FC236}">
                <a16:creationId xmlns:a16="http://schemas.microsoft.com/office/drawing/2014/main" id="{B8B6DC0E-F374-4FBF-B77A-3B20F568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28_d_outer">
            <a:extLst xmlns:a="http://schemas.openxmlformats.org/drawingml/2006/main">
              <a:ext uri="{FF2B5EF4-FFF2-40B4-BE49-F238E27FC236}">
                <a16:creationId xmlns:a16="http://schemas.microsoft.com/office/drawing/2014/main" id="{38F74993-CF2A-4625-B354-DCDC72DE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49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6" name="before_28_d">
            <a:extLst xmlns:a="http://schemas.openxmlformats.org/drawingml/2006/main">
              <a:ext uri="{FF2B5EF4-FFF2-40B4-BE49-F238E27FC236}">
                <a16:creationId xmlns:a16="http://schemas.microsoft.com/office/drawing/2014/main" id="{A08D862D-62B6-4D23-984D-BF744A0D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28_d_label">
            <a:extLst xmlns:a="http://schemas.openxmlformats.org/drawingml/2006/main">
              <a:ext uri="{FF2B5EF4-FFF2-40B4-BE49-F238E27FC236}">
                <a16:creationId xmlns:a16="http://schemas.microsoft.com/office/drawing/2014/main" id="{F6142ACA-CC3F-4735-A65D-9AD536EA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9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8" name="before_28_s">
            <a:extLst xmlns:a="http://schemas.openxmlformats.org/drawingml/2006/main">
              <a:ext uri="{FF2B5EF4-FFF2-40B4-BE49-F238E27FC236}">
                <a16:creationId xmlns:a16="http://schemas.microsoft.com/office/drawing/2014/main" id="{7E240B76-C062-4E66-BFC9-D6BD7862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28_s_label">
            <a:extLst xmlns:a="http://schemas.openxmlformats.org/drawingml/2006/main">
              <a:ext uri="{FF2B5EF4-FFF2-40B4-BE49-F238E27FC236}">
                <a16:creationId xmlns:a16="http://schemas.microsoft.com/office/drawing/2014/main" id="{CA27219A-7735-4366-806B-D437587B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20" name="before_28_n">
            <a:extLst xmlns:a="http://schemas.openxmlformats.org/drawingml/2006/main">
              <a:ext uri="{FF2B5EF4-FFF2-40B4-BE49-F238E27FC236}">
                <a16:creationId xmlns:a16="http://schemas.microsoft.com/office/drawing/2014/main" id="{5DA6D958-7F32-4325-AA3D-B65A64BA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before_28_n_label">
            <a:extLst xmlns:a="http://schemas.openxmlformats.org/drawingml/2006/main">
              <a:ext uri="{FF2B5EF4-FFF2-40B4-BE49-F238E27FC236}">
                <a16:creationId xmlns:a16="http://schemas.microsoft.com/office/drawing/2014/main" id="{39165C00-0A56-414A-9C7A-0320B340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2" name="before_28_f">
            <a:extLst xmlns:a="http://schemas.openxmlformats.org/drawingml/2006/main">
              <a:ext uri="{FF2B5EF4-FFF2-40B4-BE49-F238E27FC236}">
                <a16:creationId xmlns:a16="http://schemas.microsoft.com/office/drawing/2014/main" id="{65EA8F6B-48B3-4E79-9EAA-ABAB1EB1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before_28_f_label">
            <a:extLst xmlns:a="http://schemas.openxmlformats.org/drawingml/2006/main">
              <a:ext uri="{FF2B5EF4-FFF2-40B4-BE49-F238E27FC236}">
                <a16:creationId xmlns:a16="http://schemas.microsoft.com/office/drawing/2014/main" id="{A460D4BA-0A21-47AE-86AC-07505084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4" name="after_28_edge_p_d">
            <a:extLst xmlns:a="http://schemas.openxmlformats.org/drawingml/2006/main">
              <a:ext uri="{FF2B5EF4-FFF2-40B4-BE49-F238E27FC236}">
                <a16:creationId xmlns:a16="http://schemas.microsoft.com/office/drawing/2014/main" id="{DF154FE4-D0A3-4BCC-8A77-CDB7283E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7762562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28_edge_p_s">
            <a:extLst xmlns:a="http://schemas.openxmlformats.org/drawingml/2006/main">
              <a:ext uri="{FF2B5EF4-FFF2-40B4-BE49-F238E27FC236}">
                <a16:creationId xmlns:a16="http://schemas.microsoft.com/office/drawing/2014/main" id="{808871C7-5FA3-4B09-A8D7-DD8D0379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8829566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28_edge_s_n">
            <a:extLst xmlns:a="http://schemas.openxmlformats.org/drawingml/2006/main">
              <a:ext uri="{FF2B5EF4-FFF2-40B4-BE49-F238E27FC236}">
                <a16:creationId xmlns:a16="http://schemas.microsoft.com/office/drawing/2014/main" id="{08EF43A2-2C38-4FBD-8767-5CBA54FE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9436937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28_edge_s_f">
            <a:extLst xmlns:a="http://schemas.openxmlformats.org/drawingml/2006/main">
              <a:ext uri="{FF2B5EF4-FFF2-40B4-BE49-F238E27FC236}">
                <a16:creationId xmlns:a16="http://schemas.microsoft.com/office/drawing/2014/main" id="{004EB768-F483-4B5F-BE47-18047AE3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94431">
            <a:off x="1005606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after_28_p_outer">
            <a:extLst xmlns:a="http://schemas.openxmlformats.org/drawingml/2006/main">
              <a:ext uri="{FF2B5EF4-FFF2-40B4-BE49-F238E27FC236}">
                <a16:creationId xmlns:a16="http://schemas.microsoft.com/office/drawing/2014/main" id="{FCD8D4EC-3B1E-4F1C-8D43-F7004899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86825" y="231457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29" name="after_28_p">
            <a:extLst xmlns:a="http://schemas.openxmlformats.org/drawingml/2006/main">
              <a:ext uri="{FF2B5EF4-FFF2-40B4-BE49-F238E27FC236}">
                <a16:creationId xmlns:a16="http://schemas.microsoft.com/office/drawing/2014/main" id="{94C3AFC5-F59C-4B69-BA45-88A372645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after_28_p_label">
            <a:extLst xmlns:a="http://schemas.openxmlformats.org/drawingml/2006/main">
              <a:ext uri="{FF2B5EF4-FFF2-40B4-BE49-F238E27FC236}">
                <a16:creationId xmlns:a16="http://schemas.microsoft.com/office/drawing/2014/main" id="{2980273F-F7A4-47E5-B97E-3BF670D7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31" name="after_28_d">
            <a:extLst xmlns:a="http://schemas.openxmlformats.org/drawingml/2006/main">
              <a:ext uri="{FF2B5EF4-FFF2-40B4-BE49-F238E27FC236}">
                <a16:creationId xmlns:a16="http://schemas.microsoft.com/office/drawing/2014/main" id="{976DC3FA-AE74-44C7-8EFC-92B64E87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after_28_d_label">
            <a:extLst xmlns:a="http://schemas.openxmlformats.org/drawingml/2006/main">
              <a:ext uri="{FF2B5EF4-FFF2-40B4-BE49-F238E27FC236}">
                <a16:creationId xmlns:a16="http://schemas.microsoft.com/office/drawing/2014/main" id="{56FD9DF6-8E58-4B94-82CF-22A169B1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33" name="after_28_s">
            <a:extLst xmlns:a="http://schemas.openxmlformats.org/drawingml/2006/main">
              <a:ext uri="{FF2B5EF4-FFF2-40B4-BE49-F238E27FC236}">
                <a16:creationId xmlns:a16="http://schemas.microsoft.com/office/drawing/2014/main" id="{50DFD9E2-D809-410A-BCA3-E7F74242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after_28_s_label">
            <a:extLst xmlns:a="http://schemas.openxmlformats.org/drawingml/2006/main">
              <a:ext uri="{FF2B5EF4-FFF2-40B4-BE49-F238E27FC236}">
                <a16:creationId xmlns:a16="http://schemas.microsoft.com/office/drawing/2014/main" id="{43C8AB41-C9B3-427D-8DE7-786396F7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35" name="after_28_n">
            <a:extLst xmlns:a="http://schemas.openxmlformats.org/drawingml/2006/main">
              <a:ext uri="{FF2B5EF4-FFF2-40B4-BE49-F238E27FC236}">
                <a16:creationId xmlns:a16="http://schemas.microsoft.com/office/drawing/2014/main" id="{56F01C38-1623-4D9D-9528-A4A94CB5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77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after_28_n_label">
            <a:extLst xmlns:a="http://schemas.openxmlformats.org/drawingml/2006/main">
              <a:ext uri="{FF2B5EF4-FFF2-40B4-BE49-F238E27FC236}">
                <a16:creationId xmlns:a16="http://schemas.microsoft.com/office/drawing/2014/main" id="{B41077AD-011C-45E5-A092-8FE56CB8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5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7" name="after_28_f">
            <a:extLst xmlns:a="http://schemas.openxmlformats.org/drawingml/2006/main">
              <a:ext uri="{FF2B5EF4-FFF2-40B4-BE49-F238E27FC236}">
                <a16:creationId xmlns:a16="http://schemas.microsoft.com/office/drawing/2014/main" id="{6440ECD9-3FC3-4B61-9286-670E18FF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15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after_28_f_label">
            <a:extLst xmlns:a="http://schemas.openxmlformats.org/drawingml/2006/main">
              <a:ext uri="{FF2B5EF4-FFF2-40B4-BE49-F238E27FC236}">
                <a16:creationId xmlns:a16="http://schemas.microsoft.com/office/drawing/2014/main" id="{9099A7B8-5EED-46D0-90DB-746762D4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53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39" name="transition_28_shaft">
            <a:extLst xmlns:a="http://schemas.openxmlformats.org/drawingml/2006/main">
              <a:ext uri="{FF2B5EF4-FFF2-40B4-BE49-F238E27FC236}">
                <a16:creationId xmlns:a16="http://schemas.microsoft.com/office/drawing/2014/main" id="{655F93F0-8B74-45E5-8F29-7CED9187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ransition_28_head_1">
            <a:extLst xmlns:a="http://schemas.openxmlformats.org/drawingml/2006/main">
              <a:ext uri="{FF2B5EF4-FFF2-40B4-BE49-F238E27FC236}">
                <a16:creationId xmlns:a16="http://schemas.microsoft.com/office/drawing/2014/main" id="{859DCDBF-8A51-49AD-9157-330DE0E2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ransition_28_head_2">
            <a:extLst xmlns:a="http://schemas.openxmlformats.org/drawingml/2006/main">
              <a:ext uri="{FF2B5EF4-FFF2-40B4-BE49-F238E27FC236}">
                <a16:creationId xmlns:a16="http://schemas.microsoft.com/office/drawing/2014/main" id="{18AE3EFB-F0B5-4630-9A00-51C954B1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transition_caption_28">
            <a:extLst xmlns:a="http://schemas.openxmlformats.org/drawingml/2006/main">
              <a:ext uri="{FF2B5EF4-FFF2-40B4-BE49-F238E27FC236}">
                <a16:creationId xmlns:a16="http://schemas.microsoft.com/office/drawing/2014/main" id="{A60D9463-980A-48F3-915F-64FE6624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sibling 染红不是在“补左边”，而是在让右边也少一个黑色。两边重新相等后，把共同的亏损交给 parent，继续向上检查。</a:t>
            </a:r>
          </a:p>
        </p:txBody>
      </p:sp>
    </p:spTree>
    <p:extLst>
      <p:ext uri="{BB962C8B-B14F-4D97-AF65-F5344CB8AC3E}">
        <p14:creationId xmlns:p14="http://schemas.microsoft.com/office/powerpoint/2010/main" val="14085890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29">
            <a:extLst xmlns:a="http://schemas.openxmlformats.org/drawingml/2006/main">
              <a:ext uri="{FF2B5EF4-FFF2-40B4-BE49-F238E27FC236}">
                <a16:creationId xmlns:a16="http://schemas.microsoft.com/office/drawing/2014/main" id="{6371B987-FEE3-40D8-A512-2C494889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29">
            <a:extLst xmlns:a="http://schemas.openxmlformats.org/drawingml/2006/main">
              <a:ext uri="{FF2B5EF4-FFF2-40B4-BE49-F238E27FC236}">
                <a16:creationId xmlns:a16="http://schemas.microsoft.com/office/drawing/2014/main" id="{ED8E8B44-B5D7-465F-9B79-AB080688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情况四：parent 为红时，它本身就是可以直接兑现的黑色</a:t>
            </a:r>
          </a:p>
        </p:txBody>
      </p:sp>
      <p:sp>
        <p:nvSpPr>
          <p:cNvPr id="3" name="rule_29">
            <a:extLst xmlns:a="http://schemas.openxmlformats.org/drawingml/2006/main">
              <a:ext uri="{FF2B5EF4-FFF2-40B4-BE49-F238E27FC236}">
                <a16:creationId xmlns:a16="http://schemas.microsoft.com/office/drawing/2014/main" id="{F817162C-E4DB-4F7D-A69C-646929CB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29">
            <a:extLst xmlns:a="http://schemas.openxmlformats.org/drawingml/2006/main">
              <a:ext uri="{FF2B5EF4-FFF2-40B4-BE49-F238E27FC236}">
                <a16:creationId xmlns:a16="http://schemas.microsoft.com/office/drawing/2014/main" id="{38860957-DB93-4853-812D-9AEA0F3D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before_panel_29">
            <a:extLst xmlns:a="http://schemas.openxmlformats.org/drawingml/2006/main">
              <a:ext uri="{FF2B5EF4-FFF2-40B4-BE49-F238E27FC236}">
                <a16:creationId xmlns:a16="http://schemas.microsoft.com/office/drawing/2014/main" id="{33E78E4F-EC87-49A9-A187-7D473AB1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29">
            <a:extLst xmlns:a="http://schemas.openxmlformats.org/drawingml/2006/main">
              <a:ext uri="{FF2B5EF4-FFF2-40B4-BE49-F238E27FC236}">
                <a16:creationId xmlns:a16="http://schemas.microsoft.com/office/drawing/2014/main" id="{041D1DBD-D7F7-40DF-8FAD-1A063FA0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29">
            <a:extLst xmlns:a="http://schemas.openxmlformats.org/drawingml/2006/main">
              <a:ext uri="{FF2B5EF4-FFF2-40B4-BE49-F238E27FC236}">
                <a16:creationId xmlns:a16="http://schemas.microsoft.com/office/drawing/2014/main" id="{219E2E32-BEA8-4284-A5AA-09BE6EA2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父红、兄弟黑、两个侄子都黑</a:t>
            </a:r>
          </a:p>
        </p:txBody>
      </p:sp>
      <p:sp>
        <p:nvSpPr>
          <p:cNvPr id="8" name="after_label_29">
            <a:extLst xmlns:a="http://schemas.openxmlformats.org/drawingml/2006/main">
              <a:ext uri="{FF2B5EF4-FFF2-40B4-BE49-F238E27FC236}">
                <a16:creationId xmlns:a16="http://schemas.microsoft.com/office/drawing/2014/main" id="{50ABCCA9-734D-4D48-992F-CD9D698C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P 染黑、S 染红，当前层直接平衡</a:t>
            </a:r>
          </a:p>
        </p:txBody>
      </p:sp>
      <p:sp>
        <p:nvSpPr>
          <p:cNvPr id="9" name="before_29_edge_p_d">
            <a:extLst xmlns:a="http://schemas.openxmlformats.org/drawingml/2006/main">
              <a:ext uri="{FF2B5EF4-FFF2-40B4-BE49-F238E27FC236}">
                <a16:creationId xmlns:a16="http://schemas.microsoft.com/office/drawing/2014/main" id="{5CED5535-FD9B-4151-A218-12135019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1428437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29_edge_p_s">
            <a:extLst xmlns:a="http://schemas.openxmlformats.org/drawingml/2006/main">
              <a:ext uri="{FF2B5EF4-FFF2-40B4-BE49-F238E27FC236}">
                <a16:creationId xmlns:a16="http://schemas.microsoft.com/office/drawing/2014/main" id="{468C823B-5E04-4785-8377-560DE09F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2495441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29_edge_s_n">
            <a:extLst xmlns:a="http://schemas.openxmlformats.org/drawingml/2006/main">
              <a:ext uri="{FF2B5EF4-FFF2-40B4-BE49-F238E27FC236}">
                <a16:creationId xmlns:a16="http://schemas.microsoft.com/office/drawing/2014/main" id="{1764E6B3-7CA1-462B-A334-4C565B7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310281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29_edge_s_f">
            <a:extLst xmlns:a="http://schemas.openxmlformats.org/drawingml/2006/main">
              <a:ext uri="{FF2B5EF4-FFF2-40B4-BE49-F238E27FC236}">
                <a16:creationId xmlns:a16="http://schemas.microsoft.com/office/drawing/2014/main" id="{56500230-C9B4-4C3A-8C7C-92E776B0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3732875" y="4581525"/>
            <a:ext cx="12020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29_p">
            <a:extLst xmlns:a="http://schemas.openxmlformats.org/drawingml/2006/main">
              <a:ext uri="{FF2B5EF4-FFF2-40B4-BE49-F238E27FC236}">
                <a16:creationId xmlns:a16="http://schemas.microsoft.com/office/drawing/2014/main" id="{BD62A6C5-0B24-4237-92D9-64781560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29_p_label">
            <a:extLst xmlns:a="http://schemas.openxmlformats.org/drawingml/2006/main">
              <a:ext uri="{FF2B5EF4-FFF2-40B4-BE49-F238E27FC236}">
                <a16:creationId xmlns:a16="http://schemas.microsoft.com/office/drawing/2014/main" id="{3B2C2058-E8B2-4831-9A48-101D4924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29_d_outer">
            <a:extLst xmlns:a="http://schemas.openxmlformats.org/drawingml/2006/main">
              <a:ext uri="{FF2B5EF4-FFF2-40B4-BE49-F238E27FC236}">
                <a16:creationId xmlns:a16="http://schemas.microsoft.com/office/drawing/2014/main" id="{6D1F056E-A42F-453C-81F5-F8E0FB1E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49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6" name="before_29_d">
            <a:extLst xmlns:a="http://schemas.openxmlformats.org/drawingml/2006/main">
              <a:ext uri="{FF2B5EF4-FFF2-40B4-BE49-F238E27FC236}">
                <a16:creationId xmlns:a16="http://schemas.microsoft.com/office/drawing/2014/main" id="{155B2806-CC30-4A24-A327-31885848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29_d_label">
            <a:extLst xmlns:a="http://schemas.openxmlformats.org/drawingml/2006/main">
              <a:ext uri="{FF2B5EF4-FFF2-40B4-BE49-F238E27FC236}">
                <a16:creationId xmlns:a16="http://schemas.microsoft.com/office/drawing/2014/main" id="{4F967460-18E5-4A04-8386-1087CAEC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9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8" name="before_29_s">
            <a:extLst xmlns:a="http://schemas.openxmlformats.org/drawingml/2006/main">
              <a:ext uri="{FF2B5EF4-FFF2-40B4-BE49-F238E27FC236}">
                <a16:creationId xmlns:a16="http://schemas.microsoft.com/office/drawing/2014/main" id="{3258DBB0-3397-43DA-BC1B-D5631CEC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29_s_label">
            <a:extLst xmlns:a="http://schemas.openxmlformats.org/drawingml/2006/main">
              <a:ext uri="{FF2B5EF4-FFF2-40B4-BE49-F238E27FC236}">
                <a16:creationId xmlns:a16="http://schemas.microsoft.com/office/drawing/2014/main" id="{3A910686-1F49-4CEF-B403-77F95DA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20" name="before_29_n">
            <a:extLst xmlns:a="http://schemas.openxmlformats.org/drawingml/2006/main">
              <a:ext uri="{FF2B5EF4-FFF2-40B4-BE49-F238E27FC236}">
                <a16:creationId xmlns:a16="http://schemas.microsoft.com/office/drawing/2014/main" id="{34260411-138D-45DA-A113-717C2242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before_29_n_label">
            <a:extLst xmlns:a="http://schemas.openxmlformats.org/drawingml/2006/main">
              <a:ext uri="{FF2B5EF4-FFF2-40B4-BE49-F238E27FC236}">
                <a16:creationId xmlns:a16="http://schemas.microsoft.com/office/drawing/2014/main" id="{1AA0D470-D3CC-4116-8DC5-2656C077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2" name="before_29_f">
            <a:extLst xmlns:a="http://schemas.openxmlformats.org/drawingml/2006/main">
              <a:ext uri="{FF2B5EF4-FFF2-40B4-BE49-F238E27FC236}">
                <a16:creationId xmlns:a16="http://schemas.microsoft.com/office/drawing/2014/main" id="{120C7F18-0096-4293-90BF-D7155714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before_29_f_label">
            <a:extLst xmlns:a="http://schemas.openxmlformats.org/drawingml/2006/main">
              <a:ext uri="{FF2B5EF4-FFF2-40B4-BE49-F238E27FC236}">
                <a16:creationId xmlns:a16="http://schemas.microsoft.com/office/drawing/2014/main" id="{EBDB8DDF-A48F-409D-BCD8-62AD6DEE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4" name="after_29_edge_p_d">
            <a:extLst xmlns:a="http://schemas.openxmlformats.org/drawingml/2006/main">
              <a:ext uri="{FF2B5EF4-FFF2-40B4-BE49-F238E27FC236}">
                <a16:creationId xmlns:a16="http://schemas.microsoft.com/office/drawing/2014/main" id="{690E4AE6-C9A8-415F-B0CA-234B1BC8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7762562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29_edge_p_s">
            <a:extLst xmlns:a="http://schemas.openxmlformats.org/drawingml/2006/main">
              <a:ext uri="{FF2B5EF4-FFF2-40B4-BE49-F238E27FC236}">
                <a16:creationId xmlns:a16="http://schemas.microsoft.com/office/drawing/2014/main" id="{28B5DF81-71B9-4534-B124-EE614545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8829566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29_edge_s_n">
            <a:extLst xmlns:a="http://schemas.openxmlformats.org/drawingml/2006/main">
              <a:ext uri="{FF2B5EF4-FFF2-40B4-BE49-F238E27FC236}">
                <a16:creationId xmlns:a16="http://schemas.microsoft.com/office/drawing/2014/main" id="{7244FD40-6CBF-4D0E-AAF4-1B94C1A9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9436937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29_edge_s_f">
            <a:extLst xmlns:a="http://schemas.openxmlformats.org/drawingml/2006/main">
              <a:ext uri="{FF2B5EF4-FFF2-40B4-BE49-F238E27FC236}">
                <a16:creationId xmlns:a16="http://schemas.microsoft.com/office/drawing/2014/main" id="{4AECB142-8FE3-4B15-957C-A8CA6612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494431">
            <a:off x="1005606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after_29_p">
            <a:extLst xmlns:a="http://schemas.openxmlformats.org/drawingml/2006/main">
              <a:ext uri="{FF2B5EF4-FFF2-40B4-BE49-F238E27FC236}">
                <a16:creationId xmlns:a16="http://schemas.microsoft.com/office/drawing/2014/main" id="{0B6BC84A-3A5D-4FF8-BED3-25492BEE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after_29_p_label">
            <a:extLst xmlns:a="http://schemas.openxmlformats.org/drawingml/2006/main">
              <a:ext uri="{FF2B5EF4-FFF2-40B4-BE49-F238E27FC236}">
                <a16:creationId xmlns:a16="http://schemas.microsoft.com/office/drawing/2014/main" id="{C2F8BAD6-46F3-465E-9FC7-C0ABC706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30" name="after_29_d">
            <a:extLst xmlns:a="http://schemas.openxmlformats.org/drawingml/2006/main">
              <a:ext uri="{FF2B5EF4-FFF2-40B4-BE49-F238E27FC236}">
                <a16:creationId xmlns:a16="http://schemas.microsoft.com/office/drawing/2014/main" id="{8165322B-05D7-4FD4-A219-7F46E375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57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after_29_d_label">
            <a:extLst xmlns:a="http://schemas.openxmlformats.org/drawingml/2006/main">
              <a:ext uri="{FF2B5EF4-FFF2-40B4-BE49-F238E27FC236}">
                <a16:creationId xmlns:a16="http://schemas.microsoft.com/office/drawing/2014/main" id="{16CE8C59-8DAA-411C-8280-67FC6836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32" name="after_29_s">
            <a:extLst xmlns:a="http://schemas.openxmlformats.org/drawingml/2006/main">
              <a:ext uri="{FF2B5EF4-FFF2-40B4-BE49-F238E27FC236}">
                <a16:creationId xmlns:a16="http://schemas.microsoft.com/office/drawing/2014/main" id="{89837AB1-1C5D-4859-9930-465DA243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9650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after_29_s_label">
            <a:extLst xmlns:a="http://schemas.openxmlformats.org/drawingml/2006/main">
              <a:ext uri="{FF2B5EF4-FFF2-40B4-BE49-F238E27FC236}">
                <a16:creationId xmlns:a16="http://schemas.microsoft.com/office/drawing/2014/main" id="{0FEC2921-D009-45BC-8DE5-396C5F8E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3460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34" name="after_29_n">
            <a:extLst xmlns:a="http://schemas.openxmlformats.org/drawingml/2006/main">
              <a:ext uri="{FF2B5EF4-FFF2-40B4-BE49-F238E27FC236}">
                <a16:creationId xmlns:a16="http://schemas.microsoft.com/office/drawing/2014/main" id="{84336294-B99C-4076-AA9F-5C6736DC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77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after_29_n_label">
            <a:extLst xmlns:a="http://schemas.openxmlformats.org/drawingml/2006/main">
              <a:ext uri="{FF2B5EF4-FFF2-40B4-BE49-F238E27FC236}">
                <a16:creationId xmlns:a16="http://schemas.microsoft.com/office/drawing/2014/main" id="{6E6AC3D8-94F4-4026-B602-A8095562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5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6" name="after_29_f">
            <a:extLst xmlns:a="http://schemas.openxmlformats.org/drawingml/2006/main">
              <a:ext uri="{FF2B5EF4-FFF2-40B4-BE49-F238E27FC236}">
                <a16:creationId xmlns:a16="http://schemas.microsoft.com/office/drawing/2014/main" id="{2D3793CF-15C6-475B-86EC-8B61B28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15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after_29_f_label">
            <a:extLst xmlns:a="http://schemas.openxmlformats.org/drawingml/2006/main">
              <a:ext uri="{FF2B5EF4-FFF2-40B4-BE49-F238E27FC236}">
                <a16:creationId xmlns:a16="http://schemas.microsoft.com/office/drawing/2014/main" id="{4544C152-5275-47B8-A055-5080ACF3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53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38" name="transition_29_shaft">
            <a:extLst xmlns:a="http://schemas.openxmlformats.org/drawingml/2006/main">
              <a:ext uri="{FF2B5EF4-FFF2-40B4-BE49-F238E27FC236}">
                <a16:creationId xmlns:a16="http://schemas.microsoft.com/office/drawing/2014/main" id="{7F82CF12-2195-4314-9C39-70EE6965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transition_29_head_1">
            <a:extLst xmlns:a="http://schemas.openxmlformats.org/drawingml/2006/main">
              <a:ext uri="{FF2B5EF4-FFF2-40B4-BE49-F238E27FC236}">
                <a16:creationId xmlns:a16="http://schemas.microsoft.com/office/drawing/2014/main" id="{391FA22E-62B2-48E8-B353-3CAD1ED5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ransition_29_head_2">
            <a:extLst xmlns:a="http://schemas.openxmlformats.org/drawingml/2006/main">
              <a:ext uri="{FF2B5EF4-FFF2-40B4-BE49-F238E27FC236}">
                <a16:creationId xmlns:a16="http://schemas.microsoft.com/office/drawing/2014/main" id="{B3E3115A-594F-41C7-9B97-7BCAB3FA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ransition_caption_29">
            <a:extLst xmlns:a="http://schemas.openxmlformats.org/drawingml/2006/main">
              <a:ext uri="{FF2B5EF4-FFF2-40B4-BE49-F238E27FC236}">
                <a16:creationId xmlns:a16="http://schemas.microsoft.com/office/drawing/2014/main" id="{2DC9A4B9-9E1B-4DAE-9C3A-43F3ED09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上一种情况 parent 是黑色，只能把亏损继续上推；这里 parent 原本是红色，染黑就能真实增加一个黑节点，所以不必继续。</a:t>
            </a:r>
          </a:p>
        </p:txBody>
      </p:sp>
    </p:spTree>
    <p:extLst>
      <p:ext uri="{BB962C8B-B14F-4D97-AF65-F5344CB8AC3E}">
        <p14:creationId xmlns:p14="http://schemas.microsoft.com/office/powerpoint/2010/main" val="95016918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0">
            <a:extLst xmlns:a="http://schemas.openxmlformats.org/drawingml/2006/main">
              <a:ext uri="{FF2B5EF4-FFF2-40B4-BE49-F238E27FC236}">
                <a16:creationId xmlns:a16="http://schemas.microsoft.com/office/drawing/2014/main" id="{722F5B53-4F1A-4141-9B85-4AAE4DE9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30">
            <a:extLst xmlns:a="http://schemas.openxmlformats.org/drawingml/2006/main">
              <a:ext uri="{FF2B5EF4-FFF2-40B4-BE49-F238E27FC236}">
                <a16:creationId xmlns:a16="http://schemas.microsoft.com/office/drawing/2014/main" id="{AD737E50-7CA7-4DB1-A631-846D642D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情况五：近侄红、远侄黑，先旋 sibling 把红色送到外侧</a:t>
            </a:r>
          </a:p>
        </p:txBody>
      </p:sp>
      <p:sp>
        <p:nvSpPr>
          <p:cNvPr id="3" name="rule_30">
            <a:extLst xmlns:a="http://schemas.openxmlformats.org/drawingml/2006/main">
              <a:ext uri="{FF2B5EF4-FFF2-40B4-BE49-F238E27FC236}">
                <a16:creationId xmlns:a16="http://schemas.microsoft.com/office/drawing/2014/main" id="{74DBDD7C-7959-4A76-AFC2-12D021C8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0">
            <a:extLst xmlns:a="http://schemas.openxmlformats.org/drawingml/2006/main">
              <a:ext uri="{FF2B5EF4-FFF2-40B4-BE49-F238E27FC236}">
                <a16:creationId xmlns:a16="http://schemas.microsoft.com/office/drawing/2014/main" id="{76E31B16-2D2F-4CA0-931F-3ADE6315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before_panel_30">
            <a:extLst xmlns:a="http://schemas.openxmlformats.org/drawingml/2006/main">
              <a:ext uri="{FF2B5EF4-FFF2-40B4-BE49-F238E27FC236}">
                <a16:creationId xmlns:a16="http://schemas.microsoft.com/office/drawing/2014/main" id="{0A8BD8FF-DBBE-40FF-BFF6-A6236E99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30">
            <a:extLst xmlns:a="http://schemas.openxmlformats.org/drawingml/2006/main">
              <a:ext uri="{FF2B5EF4-FFF2-40B4-BE49-F238E27FC236}">
                <a16:creationId xmlns:a16="http://schemas.microsoft.com/office/drawing/2014/main" id="{F11B1592-219F-4347-979A-DC4136EF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30">
            <a:extLst xmlns:a="http://schemas.openxmlformats.org/drawingml/2006/main">
              <a:ext uri="{FF2B5EF4-FFF2-40B4-BE49-F238E27FC236}">
                <a16:creationId xmlns:a16="http://schemas.microsoft.com/office/drawing/2014/main" id="{7932D869-7DFD-4C4F-9F07-5219C326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近侄 N 是红色，但远侄 F 仍是黑色</a:t>
            </a:r>
          </a:p>
        </p:txBody>
      </p:sp>
      <p:sp>
        <p:nvSpPr>
          <p:cNvPr id="8" name="after_label_30">
            <a:extLst xmlns:a="http://schemas.openxmlformats.org/drawingml/2006/main">
              <a:ext uri="{FF2B5EF4-FFF2-40B4-BE49-F238E27FC236}">
                <a16:creationId xmlns:a16="http://schemas.microsoft.com/office/drawing/2014/main" id="{535F426D-0C50-48F1-A65F-EB507FE2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围绕 S 右旋：N 上升，原 S 变成红色远侄</a:t>
            </a:r>
          </a:p>
        </p:txBody>
      </p:sp>
      <p:sp>
        <p:nvSpPr>
          <p:cNvPr id="9" name="before_30_edge_p_d">
            <a:extLst xmlns:a="http://schemas.openxmlformats.org/drawingml/2006/main">
              <a:ext uri="{FF2B5EF4-FFF2-40B4-BE49-F238E27FC236}">
                <a16:creationId xmlns:a16="http://schemas.microsoft.com/office/drawing/2014/main" id="{D4B23190-DA3C-4C1D-B5E9-E3F7091E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1428437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30_edge_p_s">
            <a:extLst xmlns:a="http://schemas.openxmlformats.org/drawingml/2006/main">
              <a:ext uri="{FF2B5EF4-FFF2-40B4-BE49-F238E27FC236}">
                <a16:creationId xmlns:a16="http://schemas.microsoft.com/office/drawing/2014/main" id="{D344999E-1482-4AE7-AB76-1EC8C2DD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2495441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30_edge_s_n">
            <a:extLst xmlns:a="http://schemas.openxmlformats.org/drawingml/2006/main">
              <a:ext uri="{FF2B5EF4-FFF2-40B4-BE49-F238E27FC236}">
                <a16:creationId xmlns:a16="http://schemas.microsoft.com/office/drawing/2014/main" id="{95AB3758-6680-43AA-AF0F-68CBA6A0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310281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30_edge_s_f">
            <a:extLst xmlns:a="http://schemas.openxmlformats.org/drawingml/2006/main">
              <a:ext uri="{FF2B5EF4-FFF2-40B4-BE49-F238E27FC236}">
                <a16:creationId xmlns:a16="http://schemas.microsoft.com/office/drawing/2014/main" id="{ECA3812D-4494-4F5F-AD61-CE2A2B5A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3732875" y="4581525"/>
            <a:ext cx="12020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30_p">
            <a:extLst xmlns:a="http://schemas.openxmlformats.org/drawingml/2006/main">
              <a:ext uri="{FF2B5EF4-FFF2-40B4-BE49-F238E27FC236}">
                <a16:creationId xmlns:a16="http://schemas.microsoft.com/office/drawing/2014/main" id="{4655574E-6B5F-4B47-871D-FD09CC21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30_p_label">
            <a:extLst xmlns:a="http://schemas.openxmlformats.org/drawingml/2006/main">
              <a:ext uri="{FF2B5EF4-FFF2-40B4-BE49-F238E27FC236}">
                <a16:creationId xmlns:a16="http://schemas.microsoft.com/office/drawing/2014/main" id="{6D4DB502-3F10-4984-93B1-1E26B4CC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30_d_outer">
            <a:extLst xmlns:a="http://schemas.openxmlformats.org/drawingml/2006/main">
              <a:ext uri="{FF2B5EF4-FFF2-40B4-BE49-F238E27FC236}">
                <a16:creationId xmlns:a16="http://schemas.microsoft.com/office/drawing/2014/main" id="{63FD7D2F-9BC0-413C-99C3-803C1679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49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6" name="before_30_d">
            <a:extLst xmlns:a="http://schemas.openxmlformats.org/drawingml/2006/main">
              <a:ext uri="{FF2B5EF4-FFF2-40B4-BE49-F238E27FC236}">
                <a16:creationId xmlns:a16="http://schemas.microsoft.com/office/drawing/2014/main" id="{EEA534F6-A866-4495-AC35-9A746166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30_d_label">
            <a:extLst xmlns:a="http://schemas.openxmlformats.org/drawingml/2006/main">
              <a:ext uri="{FF2B5EF4-FFF2-40B4-BE49-F238E27FC236}">
                <a16:creationId xmlns:a16="http://schemas.microsoft.com/office/drawing/2014/main" id="{8D793BA0-3441-475F-AC23-45949DDF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9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8" name="before_30_s">
            <a:extLst xmlns:a="http://schemas.openxmlformats.org/drawingml/2006/main">
              <a:ext uri="{FF2B5EF4-FFF2-40B4-BE49-F238E27FC236}">
                <a16:creationId xmlns:a16="http://schemas.microsoft.com/office/drawing/2014/main" id="{8493C262-5D51-4A3D-AA04-97DFAAF0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30_s_label">
            <a:extLst xmlns:a="http://schemas.openxmlformats.org/drawingml/2006/main">
              <a:ext uri="{FF2B5EF4-FFF2-40B4-BE49-F238E27FC236}">
                <a16:creationId xmlns:a16="http://schemas.microsoft.com/office/drawing/2014/main" id="{F9056379-7F20-4BAD-AFD6-0BB15A48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20" name="before_30_n">
            <a:extLst xmlns:a="http://schemas.openxmlformats.org/drawingml/2006/main">
              <a:ext uri="{FF2B5EF4-FFF2-40B4-BE49-F238E27FC236}">
                <a16:creationId xmlns:a16="http://schemas.microsoft.com/office/drawing/2014/main" id="{021916BD-F95B-48B1-806E-B71E401A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before_30_n_label">
            <a:extLst xmlns:a="http://schemas.openxmlformats.org/drawingml/2006/main">
              <a:ext uri="{FF2B5EF4-FFF2-40B4-BE49-F238E27FC236}">
                <a16:creationId xmlns:a16="http://schemas.microsoft.com/office/drawing/2014/main" id="{8B593612-E0FB-4FE0-BD5E-044ABA26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2" name="before_30_f">
            <a:extLst xmlns:a="http://schemas.openxmlformats.org/drawingml/2006/main">
              <a:ext uri="{FF2B5EF4-FFF2-40B4-BE49-F238E27FC236}">
                <a16:creationId xmlns:a16="http://schemas.microsoft.com/office/drawing/2014/main" id="{4C81ED9D-A245-4B31-A993-091A0698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before_30_f_label">
            <a:extLst xmlns:a="http://schemas.openxmlformats.org/drawingml/2006/main">
              <a:ext uri="{FF2B5EF4-FFF2-40B4-BE49-F238E27FC236}">
                <a16:creationId xmlns:a16="http://schemas.microsoft.com/office/drawing/2014/main" id="{0956277E-31F9-4508-B947-A7C19A0E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4" name="after_30_edge_p_d">
            <a:extLst xmlns:a="http://schemas.openxmlformats.org/drawingml/2006/main">
              <a:ext uri="{FF2B5EF4-FFF2-40B4-BE49-F238E27FC236}">
                <a16:creationId xmlns:a16="http://schemas.microsoft.com/office/drawing/2014/main" id="{875C9F2F-E976-4642-ADE7-222B670A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94382">
            <a:off x="7724763" y="3343275"/>
            <a:ext cx="1838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30_edge_p_n">
            <a:extLst xmlns:a="http://schemas.openxmlformats.org/drawingml/2006/main">
              <a:ext uri="{FF2B5EF4-FFF2-40B4-BE49-F238E27FC236}">
                <a16:creationId xmlns:a16="http://schemas.microsoft.com/office/drawing/2014/main" id="{01ACB259-3797-4610-899B-6E1DFB16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05618">
            <a:off x="8820138" y="3343275"/>
            <a:ext cx="1838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30_edge_n_s">
            <a:extLst xmlns:a="http://schemas.openxmlformats.org/drawingml/2006/main">
              <a:ext uri="{FF2B5EF4-FFF2-40B4-BE49-F238E27FC236}">
                <a16:creationId xmlns:a16="http://schemas.microsoft.com/office/drawing/2014/main" id="{11A33A8D-F16D-49A4-9A32-AF6207E6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615307">
            <a:off x="9996802" y="4581525"/>
            <a:ext cx="115189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30_p">
            <a:extLst xmlns:a="http://schemas.openxmlformats.org/drawingml/2006/main">
              <a:ext uri="{FF2B5EF4-FFF2-40B4-BE49-F238E27FC236}">
                <a16:creationId xmlns:a16="http://schemas.microsoft.com/office/drawing/2014/main" id="{1C9AF3D8-2738-4C62-B82E-3B96DBFE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after_30_p_label">
            <a:extLst xmlns:a="http://schemas.openxmlformats.org/drawingml/2006/main">
              <a:ext uri="{FF2B5EF4-FFF2-40B4-BE49-F238E27FC236}">
                <a16:creationId xmlns:a16="http://schemas.microsoft.com/office/drawing/2014/main" id="{DD0F8CCF-84E2-4333-9BBE-8E4159B1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29" name="after_30_d_outer">
            <a:extLst xmlns:a="http://schemas.openxmlformats.org/drawingml/2006/main">
              <a:ext uri="{FF2B5EF4-FFF2-40B4-BE49-F238E27FC236}">
                <a16:creationId xmlns:a16="http://schemas.microsoft.com/office/drawing/2014/main" id="{6DEAC387-A3F6-4060-B94F-F576A73B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914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30" name="after_30_d">
            <a:extLst xmlns:a="http://schemas.openxmlformats.org/drawingml/2006/main">
              <a:ext uri="{FF2B5EF4-FFF2-40B4-BE49-F238E27FC236}">
                <a16:creationId xmlns:a16="http://schemas.microsoft.com/office/drawing/2014/main" id="{2C234482-0E9A-4974-BE11-0F43B1EA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81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after_30_d_label">
            <a:extLst xmlns:a="http://schemas.openxmlformats.org/drawingml/2006/main">
              <a:ext uri="{FF2B5EF4-FFF2-40B4-BE49-F238E27FC236}">
                <a16:creationId xmlns:a16="http://schemas.microsoft.com/office/drawing/2014/main" id="{D84FD141-2766-4FBC-BB26-A5003117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62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32" name="after_30_n">
            <a:extLst xmlns:a="http://schemas.openxmlformats.org/drawingml/2006/main">
              <a:ext uri="{FF2B5EF4-FFF2-40B4-BE49-F238E27FC236}">
                <a16:creationId xmlns:a16="http://schemas.microsoft.com/office/drawing/2014/main" id="{43A7C3BA-1D95-4C89-9EC8-D95E351E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488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after_30_n_label">
            <a:extLst xmlns:a="http://schemas.openxmlformats.org/drawingml/2006/main">
              <a:ext uri="{FF2B5EF4-FFF2-40B4-BE49-F238E27FC236}">
                <a16:creationId xmlns:a16="http://schemas.microsoft.com/office/drawing/2014/main" id="{52B29EC8-7CB6-4BC7-B7C7-434341A0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869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4" name="after_30_s">
            <a:extLst xmlns:a="http://schemas.openxmlformats.org/drawingml/2006/main">
              <a:ext uri="{FF2B5EF4-FFF2-40B4-BE49-F238E27FC236}">
                <a16:creationId xmlns:a16="http://schemas.microsoft.com/office/drawing/2014/main" id="{582AB8B3-9A7C-4999-BA87-783CCAA1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203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after_30_s_label">
            <a:extLst xmlns:a="http://schemas.openxmlformats.org/drawingml/2006/main">
              <a:ext uri="{FF2B5EF4-FFF2-40B4-BE49-F238E27FC236}">
                <a16:creationId xmlns:a16="http://schemas.microsoft.com/office/drawing/2014/main" id="{DFFF2F5B-4390-46D2-9130-0AA950B7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584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36" name="transition_30_shaft">
            <a:extLst xmlns:a="http://schemas.openxmlformats.org/drawingml/2006/main">
              <a:ext uri="{FF2B5EF4-FFF2-40B4-BE49-F238E27FC236}">
                <a16:creationId xmlns:a16="http://schemas.microsoft.com/office/drawing/2014/main" id="{0D008BAB-B5CA-46AB-80F9-4A53283D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transition_30_head_1">
            <a:extLst xmlns:a="http://schemas.openxmlformats.org/drawingml/2006/main">
              <a:ext uri="{FF2B5EF4-FFF2-40B4-BE49-F238E27FC236}">
                <a16:creationId xmlns:a16="http://schemas.microsoft.com/office/drawing/2014/main" id="{A031002B-8193-45F4-B1E8-6E9CD37E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ransition_30_head_2">
            <a:extLst xmlns:a="http://schemas.openxmlformats.org/drawingml/2006/main">
              <a:ext uri="{FF2B5EF4-FFF2-40B4-BE49-F238E27FC236}">
                <a16:creationId xmlns:a16="http://schemas.microsoft.com/office/drawing/2014/main" id="{D1B77B88-2DC0-4536-92D4-FF55B4C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transition_caption_30">
            <a:extLst xmlns:a="http://schemas.openxmlformats.org/drawingml/2006/main">
              <a:ext uri="{FF2B5EF4-FFF2-40B4-BE49-F238E27FC236}">
                <a16:creationId xmlns:a16="http://schemas.microsoft.com/office/drawing/2014/main" id="{C8D1ACD8-B9CD-40BE-A784-C7A5072E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这一旋仍然不是最终修复。它只是在整理形态：让下一步一定能看到“黑兄弟 + 红色远侄”的标准终局。</a:t>
            </a:r>
          </a:p>
        </p:txBody>
      </p:sp>
    </p:spTree>
    <p:extLst>
      <p:ext uri="{BB962C8B-B14F-4D97-AF65-F5344CB8AC3E}">
        <p14:creationId xmlns:p14="http://schemas.microsoft.com/office/powerpoint/2010/main" val="80217613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1">
            <a:extLst xmlns:a="http://schemas.openxmlformats.org/drawingml/2006/main">
              <a:ext uri="{FF2B5EF4-FFF2-40B4-BE49-F238E27FC236}">
                <a16:creationId xmlns:a16="http://schemas.microsoft.com/office/drawing/2014/main" id="{82B82631-E950-42E5-83C8-9DA584E2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07 · 删除修复</a:t>
            </a:r>
          </a:p>
        </p:txBody>
      </p:sp>
      <p:sp>
        <p:nvSpPr>
          <p:cNvPr id="2" name="heading_31">
            <a:extLst xmlns:a="http://schemas.openxmlformats.org/drawingml/2006/main">
              <a:ext uri="{FF2B5EF4-FFF2-40B4-BE49-F238E27FC236}">
                <a16:creationId xmlns:a16="http://schemas.microsoft.com/office/drawing/2014/main" id="{B47BF547-5344-40B0-9741-D5815BB7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情况六：远侄红，围绕 parent 最终旋转，一次消掉双黑</a:t>
            </a:r>
          </a:p>
        </p:txBody>
      </p:sp>
      <p:sp>
        <p:nvSpPr>
          <p:cNvPr id="3" name="rule_31">
            <a:extLst xmlns:a="http://schemas.openxmlformats.org/drawingml/2006/main">
              <a:ext uri="{FF2B5EF4-FFF2-40B4-BE49-F238E27FC236}">
                <a16:creationId xmlns:a16="http://schemas.microsoft.com/office/drawing/2014/main" id="{61A08A94-E490-43A6-B211-8C920ACD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1">
            <a:extLst xmlns:a="http://schemas.openxmlformats.org/drawingml/2006/main">
              <a:ext uri="{FF2B5EF4-FFF2-40B4-BE49-F238E27FC236}">
                <a16:creationId xmlns:a16="http://schemas.microsoft.com/office/drawing/2014/main" id="{D44DC590-31AA-4744-B0B2-BF81F006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before_panel_31">
            <a:extLst xmlns:a="http://schemas.openxmlformats.org/drawingml/2006/main">
              <a:ext uri="{FF2B5EF4-FFF2-40B4-BE49-F238E27FC236}">
                <a16:creationId xmlns:a16="http://schemas.microsoft.com/office/drawing/2014/main" id="{552D3405-99D6-4047-8FBD-FCC37833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fter_panel_31">
            <a:extLst xmlns:a="http://schemas.openxmlformats.org/drawingml/2006/main">
              <a:ext uri="{FF2B5EF4-FFF2-40B4-BE49-F238E27FC236}">
                <a16:creationId xmlns:a16="http://schemas.microsoft.com/office/drawing/2014/main" id="{F284096C-0AF4-4C24-BAE3-9A7CBD89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075" y="1695450"/>
            <a:ext cx="509587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efore_label_31">
            <a:extLst xmlns:a="http://schemas.openxmlformats.org/drawingml/2006/main">
              <a:ext uri="{FF2B5EF4-FFF2-40B4-BE49-F238E27FC236}">
                <a16:creationId xmlns:a16="http://schemas.microsoft.com/office/drawing/2014/main" id="{C4A4D528-78EE-43ED-B6B7-2B19BF61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黑兄弟 S 的远侄 F 为红</a:t>
            </a:r>
          </a:p>
        </p:txBody>
      </p:sp>
      <p:sp>
        <p:nvSpPr>
          <p:cNvPr id="8" name="after_label_31">
            <a:extLst xmlns:a="http://schemas.openxmlformats.org/drawingml/2006/main">
              <a:ext uri="{FF2B5EF4-FFF2-40B4-BE49-F238E27FC236}">
                <a16:creationId xmlns:a16="http://schemas.microsoft.com/office/drawing/2014/main" id="{5980C98B-F08D-49D7-B643-F28E296A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86575" y="1876425"/>
            <a:ext cx="4524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S 上升并继承 P 的颜色；P 与 F 染黑</a:t>
            </a:r>
          </a:p>
        </p:txBody>
      </p:sp>
      <p:sp>
        <p:nvSpPr>
          <p:cNvPr id="9" name="before_31_edge_p_d">
            <a:extLst xmlns:a="http://schemas.openxmlformats.org/drawingml/2006/main">
              <a:ext uri="{FF2B5EF4-FFF2-40B4-BE49-F238E27FC236}">
                <a16:creationId xmlns:a16="http://schemas.microsoft.com/office/drawing/2014/main" id="{23059E2C-04A4-43BE-ACF4-C9642326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21748">
            <a:off x="1428437" y="3343275"/>
            <a:ext cx="181037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efore_31_edge_p_s">
            <a:extLst xmlns:a="http://schemas.openxmlformats.org/drawingml/2006/main">
              <a:ext uri="{FF2B5EF4-FFF2-40B4-BE49-F238E27FC236}">
                <a16:creationId xmlns:a16="http://schemas.microsoft.com/office/drawing/2014/main" id="{D1691F25-01D6-4496-97B8-DB4D9247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135192">
            <a:off x="2495441" y="3343275"/>
            <a:ext cx="186711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before_31_edge_s_n">
            <a:extLst xmlns:a="http://schemas.openxmlformats.org/drawingml/2006/main">
              <a:ext uri="{FF2B5EF4-FFF2-40B4-BE49-F238E27FC236}">
                <a16:creationId xmlns:a16="http://schemas.microsoft.com/office/drawing/2014/main" id="{E449B883-A606-4D6C-9E3F-59515B8E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305569">
            <a:off x="3102812" y="4581525"/>
            <a:ext cx="11762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efore_31_edge_s_f">
            <a:extLst xmlns:a="http://schemas.openxmlformats.org/drawingml/2006/main">
              <a:ext uri="{FF2B5EF4-FFF2-40B4-BE49-F238E27FC236}">
                <a16:creationId xmlns:a16="http://schemas.microsoft.com/office/drawing/2014/main" id="{B5831A17-F713-42B2-967B-8BF04062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78596">
            <a:off x="3732875" y="4581525"/>
            <a:ext cx="12020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efore_31_p">
            <a:extLst xmlns:a="http://schemas.openxmlformats.org/drawingml/2006/main">
              <a:ext uri="{FF2B5EF4-FFF2-40B4-BE49-F238E27FC236}">
                <a16:creationId xmlns:a16="http://schemas.microsoft.com/office/drawing/2014/main" id="{0F2EC10D-BCAF-4AF8-B6FC-55FF45FD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9375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before_31_p_label">
            <a:extLst xmlns:a="http://schemas.openxmlformats.org/drawingml/2006/main">
              <a:ext uri="{FF2B5EF4-FFF2-40B4-BE49-F238E27FC236}">
                <a16:creationId xmlns:a16="http://schemas.microsoft.com/office/drawing/2014/main" id="{912F185E-3108-4DE3-8E86-691D5297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57475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5" name="before_31_d_outer">
            <a:extLst xmlns:a="http://schemas.openxmlformats.org/drawingml/2006/main">
              <a:ext uri="{FF2B5EF4-FFF2-40B4-BE49-F238E27FC236}">
                <a16:creationId xmlns:a16="http://schemas.microsoft.com/office/drawing/2014/main" id="{B347D7E6-E10B-48A7-8ACD-569345AC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4950" y="3790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7181C"/>
            </a:solidFill>
            <a:prstDash val="solid"/>
          </a:ln>
        </p:spPr>
      </p:sp>
      <p:sp>
        <p:nvSpPr>
          <p:cNvPr id="16" name="before_31_d">
            <a:extLst xmlns:a="http://schemas.openxmlformats.org/drawingml/2006/main">
              <a:ext uri="{FF2B5EF4-FFF2-40B4-BE49-F238E27FC236}">
                <a16:creationId xmlns:a16="http://schemas.microsoft.com/office/drawing/2014/main" id="{D614DE7A-01DC-44AE-B6A1-0ECC973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7162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before_31_d_label">
            <a:extLst xmlns:a="http://schemas.openxmlformats.org/drawingml/2006/main">
              <a:ext uri="{FF2B5EF4-FFF2-40B4-BE49-F238E27FC236}">
                <a16:creationId xmlns:a16="http://schemas.microsoft.com/office/drawing/2014/main" id="{7B603237-0DE2-43AE-9DF9-5B4EE932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972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DB</a:t>
            </a:r>
          </a:p>
        </p:txBody>
      </p:sp>
      <p:sp>
        <p:nvSpPr>
          <p:cNvPr id="18" name="before_31_s">
            <a:extLst xmlns:a="http://schemas.openxmlformats.org/drawingml/2006/main">
              <a:ext uri="{FF2B5EF4-FFF2-40B4-BE49-F238E27FC236}">
                <a16:creationId xmlns:a16="http://schemas.microsoft.com/office/drawing/2014/main" id="{CB389D95-720B-4D1D-862D-9D218395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62375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before_31_s_label">
            <a:extLst xmlns:a="http://schemas.openxmlformats.org/drawingml/2006/main">
              <a:ext uri="{FF2B5EF4-FFF2-40B4-BE49-F238E27FC236}">
                <a16:creationId xmlns:a16="http://schemas.microsoft.com/office/drawing/2014/main" id="{ABC96484-288D-431A-B1FD-7D598F4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475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20" name="before_31_n">
            <a:extLst xmlns:a="http://schemas.openxmlformats.org/drawingml/2006/main">
              <a:ext uri="{FF2B5EF4-FFF2-40B4-BE49-F238E27FC236}">
                <a16:creationId xmlns:a16="http://schemas.microsoft.com/office/drawing/2014/main" id="{0FB813F1-8757-471B-BB77-47F1CDB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3250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before_31_n_label">
            <a:extLst xmlns:a="http://schemas.openxmlformats.org/drawingml/2006/main">
              <a:ext uri="{FF2B5EF4-FFF2-40B4-BE49-F238E27FC236}">
                <a16:creationId xmlns:a16="http://schemas.microsoft.com/office/drawing/2014/main" id="{00000086-FF82-4456-AD4E-B13659F3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350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22" name="before_31_f">
            <a:extLst xmlns:a="http://schemas.openxmlformats.org/drawingml/2006/main">
              <a:ext uri="{FF2B5EF4-FFF2-40B4-BE49-F238E27FC236}">
                <a16:creationId xmlns:a16="http://schemas.microsoft.com/office/drawing/2014/main" id="{5526AE75-9538-4C24-A767-58471FCD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91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before_31_f_label">
            <a:extLst xmlns:a="http://schemas.openxmlformats.org/drawingml/2006/main">
              <a:ext uri="{FF2B5EF4-FFF2-40B4-BE49-F238E27FC236}">
                <a16:creationId xmlns:a16="http://schemas.microsoft.com/office/drawing/2014/main" id="{5EDA7EA0-E9B5-468C-B1D2-47074948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72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24" name="after_31_edge_s_p">
            <a:extLst xmlns:a="http://schemas.openxmlformats.org/drawingml/2006/main">
              <a:ext uri="{FF2B5EF4-FFF2-40B4-BE49-F238E27FC236}">
                <a16:creationId xmlns:a16="http://schemas.microsoft.com/office/drawing/2014/main" id="{A54C5714-60D1-424F-9801-72689359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99213">
            <a:off x="7609050" y="3343275"/>
            <a:ext cx="19269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after_31_edge_s_f">
            <a:extLst xmlns:a="http://schemas.openxmlformats.org/drawingml/2006/main">
              <a:ext uri="{FF2B5EF4-FFF2-40B4-BE49-F238E27FC236}">
                <a16:creationId xmlns:a16="http://schemas.microsoft.com/office/drawing/2014/main" id="{C41BEC9E-6602-40A3-84F9-A9532318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00787">
            <a:off x="8847300" y="3343275"/>
            <a:ext cx="192690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after_31_edge_p_d">
            <a:extLst xmlns:a="http://schemas.openxmlformats.org/drawingml/2006/main">
              <a:ext uri="{FF2B5EF4-FFF2-40B4-BE49-F238E27FC236}">
                <a16:creationId xmlns:a16="http://schemas.microsoft.com/office/drawing/2014/main" id="{8E751F8C-4CDD-4765-9E36-FE384448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32261">
            <a:off x="6981659" y="4581525"/>
            <a:ext cx="122905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after_31_edge_p_n">
            <a:extLst xmlns:a="http://schemas.openxmlformats.org/drawingml/2006/main">
              <a:ext uri="{FF2B5EF4-FFF2-40B4-BE49-F238E27FC236}">
                <a16:creationId xmlns:a16="http://schemas.microsoft.com/office/drawing/2014/main" id="{3340921E-1996-4DDD-B6BB-DA34ADDA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267739">
            <a:off x="7696034" y="4581525"/>
            <a:ext cx="122905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after_31_s">
            <a:extLst xmlns:a="http://schemas.openxmlformats.org/drawingml/2006/main">
              <a:ext uri="{FF2B5EF4-FFF2-40B4-BE49-F238E27FC236}">
                <a16:creationId xmlns:a16="http://schemas.microsoft.com/office/drawing/2014/main" id="{6C11CCCE-5459-44FF-9297-996AEEC1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53500" y="23812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after_31_s_label">
            <a:extLst xmlns:a="http://schemas.openxmlformats.org/drawingml/2006/main">
              <a:ext uri="{FF2B5EF4-FFF2-40B4-BE49-F238E27FC236}">
                <a16:creationId xmlns:a16="http://schemas.microsoft.com/office/drawing/2014/main" id="{50C86244-BC22-43DD-A27D-E229C502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91600" y="24955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</a:t>
            </a:r>
          </a:p>
        </p:txBody>
      </p:sp>
      <p:sp>
        <p:nvSpPr>
          <p:cNvPr id="30" name="after_31_p">
            <a:extLst xmlns:a="http://schemas.openxmlformats.org/drawingml/2006/main">
              <a:ext uri="{FF2B5EF4-FFF2-40B4-BE49-F238E27FC236}">
                <a16:creationId xmlns:a16="http://schemas.microsoft.com/office/drawing/2014/main" id="{A95E0807-F6E4-41C5-98D1-0647DF12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after_31_p_label">
            <a:extLst xmlns:a="http://schemas.openxmlformats.org/drawingml/2006/main">
              <a:ext uri="{FF2B5EF4-FFF2-40B4-BE49-F238E27FC236}">
                <a16:creationId xmlns:a16="http://schemas.microsoft.com/office/drawing/2014/main" id="{4CD57FEC-6417-429A-9C97-597E6C90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32" name="after_31_f">
            <a:extLst xmlns:a="http://schemas.openxmlformats.org/drawingml/2006/main">
              <a:ext uri="{FF2B5EF4-FFF2-40B4-BE49-F238E27FC236}">
                <a16:creationId xmlns:a16="http://schemas.microsoft.com/office/drawing/2014/main" id="{EC109279-3D54-4A06-A624-272B959D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0" y="38576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after_31_f_label">
            <a:extLst xmlns:a="http://schemas.openxmlformats.org/drawingml/2006/main">
              <a:ext uri="{FF2B5EF4-FFF2-40B4-BE49-F238E27FC236}">
                <a16:creationId xmlns:a16="http://schemas.microsoft.com/office/drawing/2014/main" id="{3FA7AD51-A027-4E3B-A32A-32761329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29850" y="39719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</a:t>
            </a:r>
          </a:p>
        </p:txBody>
      </p:sp>
      <p:sp>
        <p:nvSpPr>
          <p:cNvPr id="34" name="after_31_d">
            <a:extLst xmlns:a="http://schemas.openxmlformats.org/drawingml/2006/main">
              <a:ext uri="{FF2B5EF4-FFF2-40B4-BE49-F238E27FC236}">
                <a16:creationId xmlns:a16="http://schemas.microsoft.com/office/drawing/2014/main" id="{E9D9418D-BA03-4DE0-938D-8687F513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087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after_31_d_label">
            <a:extLst xmlns:a="http://schemas.openxmlformats.org/drawingml/2006/main">
              <a:ext uri="{FF2B5EF4-FFF2-40B4-BE49-F238E27FC236}">
                <a16:creationId xmlns:a16="http://schemas.microsoft.com/office/drawing/2014/main" id="{6FF9EAC4-E17F-4A57-A065-7FC65FF6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897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·</a:t>
            </a:r>
          </a:p>
        </p:txBody>
      </p:sp>
      <p:sp>
        <p:nvSpPr>
          <p:cNvPr id="36" name="after_31_n">
            <a:extLst xmlns:a="http://schemas.openxmlformats.org/drawingml/2006/main">
              <a:ext uri="{FF2B5EF4-FFF2-40B4-BE49-F238E27FC236}">
                <a16:creationId xmlns:a16="http://schemas.microsoft.com/office/drawing/2014/main" id="{280101F7-F1D3-4C3A-A216-062E7326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9625" y="4857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after_31_n_label">
            <a:extLst xmlns:a="http://schemas.openxmlformats.org/drawingml/2006/main">
              <a:ext uri="{FF2B5EF4-FFF2-40B4-BE49-F238E27FC236}">
                <a16:creationId xmlns:a16="http://schemas.microsoft.com/office/drawing/2014/main" id="{EBF7F957-56D6-46B4-8A1F-C3ABDC49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67725" y="49720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</a:t>
            </a:r>
          </a:p>
        </p:txBody>
      </p:sp>
      <p:sp>
        <p:nvSpPr>
          <p:cNvPr id="38" name="transition_31_shaft">
            <a:extLst xmlns:a="http://schemas.openxmlformats.org/drawingml/2006/main">
              <a:ext uri="{FF2B5EF4-FFF2-40B4-BE49-F238E27FC236}">
                <a16:creationId xmlns:a16="http://schemas.microsoft.com/office/drawing/2014/main" id="{AC883B9D-CF84-445C-AB9D-B34FDE08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6004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transition_31_head_1">
            <a:extLst xmlns:a="http://schemas.openxmlformats.org/drawingml/2006/main">
              <a:ext uri="{FF2B5EF4-FFF2-40B4-BE49-F238E27FC236}">
                <a16:creationId xmlns:a16="http://schemas.microsoft.com/office/drawing/2014/main" id="{A02E728A-410D-42EA-805A-A2501F66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856000">
            <a:off x="6276347" y="3631073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transition_31_head_2">
            <a:extLst xmlns:a="http://schemas.openxmlformats.org/drawingml/2006/main">
              <a:ext uri="{FF2B5EF4-FFF2-40B4-BE49-F238E27FC236}">
                <a16:creationId xmlns:a16="http://schemas.microsoft.com/office/drawing/2014/main" id="{85DF8A59-F0B5-4370-A986-EDBBFEDA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856000">
            <a:off x="6276347" y="3569827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ransition_caption_31">
            <a:extLst xmlns:a="http://schemas.openxmlformats.org/drawingml/2006/main">
              <a:ext uri="{FF2B5EF4-FFF2-40B4-BE49-F238E27FC236}">
                <a16:creationId xmlns:a16="http://schemas.microsoft.com/office/drawing/2014/main" id="{7B05588A-89F3-415C-A160-9BE42E38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14500" y="5772150"/>
            <a:ext cx="876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S 继承原 parent 的颜色，保证局部接回外部以后颜色层级不突变；P 和远侄染黑，分别补齐 node 侧与外侧路径的黑高。</a:t>
            </a:r>
          </a:p>
        </p:txBody>
      </p:sp>
    </p:spTree>
    <p:extLst>
      <p:ext uri="{BB962C8B-B14F-4D97-AF65-F5344CB8AC3E}">
        <p14:creationId xmlns:p14="http://schemas.microsoft.com/office/powerpoint/2010/main" val="103864533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2">
            <a:extLst xmlns:a="http://schemas.openxmlformats.org/drawingml/2006/main">
              <a:ext uri="{FF2B5EF4-FFF2-40B4-BE49-F238E27FC236}">
                <a16:creationId xmlns:a16="http://schemas.microsoft.com/office/drawing/2014/main" id="{6D31CB12-9006-4D1F-92A5-F0F5C95F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08 · 正确性验证</a:t>
            </a:r>
          </a:p>
        </p:txBody>
      </p:sp>
      <p:sp>
        <p:nvSpPr>
          <p:cNvPr id="2" name="heading_32">
            <a:extLst xmlns:a="http://schemas.openxmlformats.org/drawingml/2006/main">
              <a:ext uri="{FF2B5EF4-FFF2-40B4-BE49-F238E27FC236}">
                <a16:creationId xmlns:a16="http://schemas.microsoft.com/office/drawing/2014/main" id="{6A1595E1-E7F2-4BF4-A4C7-61A4CB75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invariant 不是修复函数，它只负责揭穿当前树哪里不合法</a:t>
            </a:r>
          </a:p>
        </p:txBody>
      </p:sp>
      <p:sp>
        <p:nvSpPr>
          <p:cNvPr id="3" name="rule_32">
            <a:extLst xmlns:a="http://schemas.openxmlformats.org/drawingml/2006/main">
              <a:ext uri="{FF2B5EF4-FFF2-40B4-BE49-F238E27FC236}">
                <a16:creationId xmlns:a16="http://schemas.microsoft.com/office/drawing/2014/main" id="{C333463D-B262-4E3E-9AED-45CBC053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2">
            <a:extLst xmlns:a="http://schemas.openxmlformats.org/drawingml/2006/main">
              <a:ext uri="{FF2B5EF4-FFF2-40B4-BE49-F238E27FC236}">
                <a16:creationId xmlns:a16="http://schemas.microsoft.com/office/drawing/2014/main" id="{387C3CA8-A06E-498E-8385-95D7957B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question_32_42">
            <a:extLst xmlns:a="http://schemas.openxmlformats.org/drawingml/2006/main">
              <a:ext uri="{FF2B5EF4-FFF2-40B4-BE49-F238E27FC236}">
                <a16:creationId xmlns:a16="http://schemas.microsoft.com/office/drawing/2014/main" id="{487FD64A-89CF-49C7-B560-5622451A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为什么操作成功以后还要检查三类条件？</a:t>
            </a:r>
          </a:p>
        </p:txBody>
      </p:sp>
      <p:sp>
        <p:nvSpPr>
          <p:cNvPr id="6" name="reason_bar_32_42">
            <a:extLst xmlns:a="http://schemas.openxmlformats.org/drawingml/2006/main">
              <a:ext uri="{FF2B5EF4-FFF2-40B4-BE49-F238E27FC236}">
                <a16:creationId xmlns:a16="http://schemas.microsoft.com/office/drawing/2014/main" id="{AA53DD36-CD8D-45EA-9376-4F56F1C0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2_42">
            <a:extLst xmlns:a="http://schemas.openxmlformats.org/drawingml/2006/main">
              <a:ext uri="{FF2B5EF4-FFF2-40B4-BE49-F238E27FC236}">
                <a16:creationId xmlns:a16="http://schemas.microsoft.com/office/drawing/2014/main" id="{CBAE438D-41CE-4D71-810F-7323BA0E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contains 只回答某个 key 能不能找到，它不会告诉我们颜色是否正确。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invariant 同时检查：红节点不能连接红孩子；左孩子小、右孩子大；左右子树黑高必须相同。当前节点通过以后，还要递归检查左右孩子。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把“修复”与“验证”分开很重要。修复代码不能用自己的逻辑证明自己正确；独立的不变量检查才有机会发现某个旋转少改了一条 parent 指针，或者某次换色只处理了一边。</a:t>
            </a:r>
          </a:p>
        </p:txBody>
      </p:sp>
      <p:sp>
        <p:nvSpPr>
          <p:cNvPr id="8" name="code_bg_32_665">
            <a:extLst xmlns:a="http://schemas.openxmlformats.org/drawingml/2006/main">
              <a:ext uri="{FF2B5EF4-FFF2-40B4-BE49-F238E27FC236}">
                <a16:creationId xmlns:a16="http://schemas.microsoft.com/office/drawing/2014/main" id="{DBF5A60E-1B44-4812-8C89-566C5B54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714500"/>
            <a:ext cx="50482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32_0">
            <a:extLst xmlns:a="http://schemas.openxmlformats.org/drawingml/2006/main">
              <a:ext uri="{FF2B5EF4-FFF2-40B4-BE49-F238E27FC236}">
                <a16:creationId xmlns:a16="http://schemas.microsoft.com/office/drawing/2014/main" id="{EE4F52CE-DE0B-4B53-9DA3-029C08D4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81927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32_0">
            <a:extLst xmlns:a="http://schemas.openxmlformats.org/drawingml/2006/main">
              <a:ext uri="{FF2B5EF4-FFF2-40B4-BE49-F238E27FC236}">
                <a16:creationId xmlns:a16="http://schemas.microsoft.com/office/drawing/2014/main" id="{9572278F-9FEA-48A6-93F0-88905E88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8097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bool invColor =</a:t>
            </a:r>
          </a:p>
        </p:txBody>
      </p:sp>
      <p:sp>
        <p:nvSpPr>
          <p:cNvPr id="11" name="code_line_32_1">
            <a:extLst xmlns:a="http://schemas.openxmlformats.org/drawingml/2006/main">
              <a:ext uri="{FF2B5EF4-FFF2-40B4-BE49-F238E27FC236}">
                <a16:creationId xmlns:a16="http://schemas.microsoft.com/office/drawing/2014/main" id="{57365CCB-7780-4F52-AA97-4D0681DB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478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color == BLACK ||</a:t>
            </a:r>
          </a:p>
        </p:txBody>
      </p:sp>
      <p:sp>
        <p:nvSpPr>
          <p:cNvPr id="12" name="code_line_32_2">
            <a:extLst xmlns:a="http://schemas.openxmlformats.org/drawingml/2006/main">
              <a:ext uri="{FF2B5EF4-FFF2-40B4-BE49-F238E27FC236}">
                <a16:creationId xmlns:a16="http://schemas.microsoft.com/office/drawing/2014/main" id="{7CCB25D0-5FDA-45F8-A296-4C8CF215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860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(left is black &amp;&amp; right is black);</a:t>
            </a:r>
          </a:p>
        </p:txBody>
      </p:sp>
      <p:sp>
        <p:nvSpPr>
          <p:cNvPr id="13" name="code_line_32_3">
            <a:extLst xmlns:a="http://schemas.openxmlformats.org/drawingml/2006/main">
              <a:ext uri="{FF2B5EF4-FFF2-40B4-BE49-F238E27FC236}">
                <a16:creationId xmlns:a16="http://schemas.microsoft.com/office/drawing/2014/main" id="{0513D6B6-9BDD-4541-9265-270A7CFC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524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code_hl_32_4">
            <a:extLst xmlns:a="http://schemas.openxmlformats.org/drawingml/2006/main">
              <a:ext uri="{FF2B5EF4-FFF2-40B4-BE49-F238E27FC236}">
                <a16:creationId xmlns:a16="http://schemas.microsoft.com/office/drawing/2014/main" id="{79CF496F-C86F-4EEE-A808-8B0122B8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77177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de_line_32_4">
            <a:extLst xmlns:a="http://schemas.openxmlformats.org/drawingml/2006/main">
              <a:ext uri="{FF2B5EF4-FFF2-40B4-BE49-F238E27FC236}">
                <a16:creationId xmlns:a16="http://schemas.microsoft.com/office/drawing/2014/main" id="{F2DB7EC0-10B7-4BF6-B9DD-7F2CDEA3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762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bool invOrder =</a:t>
            </a:r>
          </a:p>
        </p:txBody>
      </p:sp>
      <p:sp>
        <p:nvSpPr>
          <p:cNvPr id="16" name="code_line_32_5">
            <a:extLst xmlns:a="http://schemas.openxmlformats.org/drawingml/2006/main">
              <a:ext uri="{FF2B5EF4-FFF2-40B4-BE49-F238E27FC236}">
                <a16:creationId xmlns:a16="http://schemas.microsoft.com/office/drawing/2014/main" id="{3E660598-8D6D-4875-9467-D618552D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00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left-&gt;key &lt; key &amp;&amp; right-&gt;key &gt; key;</a:t>
            </a:r>
          </a:p>
        </p:txBody>
      </p:sp>
      <p:sp>
        <p:nvSpPr>
          <p:cNvPr id="17" name="code_line_32_6">
            <a:extLst xmlns:a="http://schemas.openxmlformats.org/drawingml/2006/main">
              <a:ext uri="{FF2B5EF4-FFF2-40B4-BE49-F238E27FC236}">
                <a16:creationId xmlns:a16="http://schemas.microsoft.com/office/drawing/2014/main" id="{C48CE650-A5DC-46B1-9E00-725E1821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2385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code_hl_32_7">
            <a:extLst xmlns:a="http://schemas.openxmlformats.org/drawingml/2006/main">
              <a:ext uri="{FF2B5EF4-FFF2-40B4-BE49-F238E27FC236}">
                <a16:creationId xmlns:a16="http://schemas.microsoft.com/office/drawing/2014/main" id="{2C0FECCA-3777-48D5-9A5B-91E108AB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486150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de_line_32_7">
            <a:extLst xmlns:a="http://schemas.openxmlformats.org/drawingml/2006/main">
              <a:ext uri="{FF2B5EF4-FFF2-40B4-BE49-F238E27FC236}">
                <a16:creationId xmlns:a16="http://schemas.microsoft.com/office/drawing/2014/main" id="{60B8EDC3-C46B-41B9-8C6B-7F478A32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766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bool blackNodeCount =</a:t>
            </a:r>
          </a:p>
        </p:txBody>
      </p:sp>
      <p:sp>
        <p:nvSpPr>
          <p:cNvPr id="20" name="code_line_32_8">
            <a:extLst xmlns:a="http://schemas.openxmlformats.org/drawingml/2006/main">
              <a:ext uri="{FF2B5EF4-FFF2-40B4-BE49-F238E27FC236}">
                <a16:creationId xmlns:a16="http://schemas.microsoft.com/office/drawing/2014/main" id="{38099EE1-2146-4280-AB4C-13B4634A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7147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invariantBlackNodes() &gt; -1;</a:t>
            </a:r>
          </a:p>
        </p:txBody>
      </p:sp>
      <p:sp>
        <p:nvSpPr>
          <p:cNvPr id="21" name="code_line_32_9">
            <a:extLst xmlns:a="http://schemas.openxmlformats.org/drawingml/2006/main">
              <a:ext uri="{FF2B5EF4-FFF2-40B4-BE49-F238E27FC236}">
                <a16:creationId xmlns:a16="http://schemas.microsoft.com/office/drawing/2014/main" id="{975D4C5F-6482-412F-A944-7E1820EE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9528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code_hl_32_10">
            <a:extLst xmlns:a="http://schemas.openxmlformats.org/drawingml/2006/main">
              <a:ext uri="{FF2B5EF4-FFF2-40B4-BE49-F238E27FC236}">
                <a16:creationId xmlns:a16="http://schemas.microsoft.com/office/drawing/2014/main" id="{0E1EF825-F47C-4CDD-A019-7A7F8834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20052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32_10">
            <a:extLst xmlns:a="http://schemas.openxmlformats.org/drawingml/2006/main">
              <a:ext uri="{FF2B5EF4-FFF2-40B4-BE49-F238E27FC236}">
                <a16:creationId xmlns:a16="http://schemas.microsoft.com/office/drawing/2014/main" id="{855816C2-446B-4DD7-84BC-DF6E4257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910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return invColor &amp;&amp; invOrder &amp;&amp;</a:t>
            </a:r>
          </a:p>
        </p:txBody>
      </p:sp>
      <p:sp>
        <p:nvSpPr>
          <p:cNvPr id="24" name="code_line_32_11">
            <a:extLst xmlns:a="http://schemas.openxmlformats.org/drawingml/2006/main">
              <a:ext uri="{FF2B5EF4-FFF2-40B4-BE49-F238E27FC236}">
                <a16:creationId xmlns:a16="http://schemas.microsoft.com/office/drawing/2014/main" id="{A5285ECD-6F74-4457-8900-B619F556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429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blackNodeCount &amp;&amp;</a:t>
            </a:r>
          </a:p>
        </p:txBody>
      </p:sp>
      <p:sp>
        <p:nvSpPr>
          <p:cNvPr id="25" name="code_line_32_12">
            <a:extLst xmlns:a="http://schemas.openxmlformats.org/drawingml/2006/main">
              <a:ext uri="{FF2B5EF4-FFF2-40B4-BE49-F238E27FC236}">
                <a16:creationId xmlns:a16="http://schemas.microsoft.com/office/drawing/2014/main" id="{A0C724AC-7A0A-479D-81FE-C11235C5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667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left-&gt;invariant() &amp;&amp; right-&gt;invariant();</a:t>
            </a:r>
          </a:p>
        </p:txBody>
      </p:sp>
    </p:spTree>
    <p:extLst>
      <p:ext uri="{BB962C8B-B14F-4D97-AF65-F5344CB8AC3E}">
        <p14:creationId xmlns:p14="http://schemas.microsoft.com/office/powerpoint/2010/main" val="95428053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3">
            <a:extLst xmlns:a="http://schemas.openxmlformats.org/drawingml/2006/main">
              <a:ext uri="{FF2B5EF4-FFF2-40B4-BE49-F238E27FC236}">
                <a16:creationId xmlns:a16="http://schemas.microsoft.com/office/drawing/2014/main" id="{18902DC8-15FA-4E03-9341-EC1FF64F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08 · 正确性验证</a:t>
            </a:r>
          </a:p>
        </p:txBody>
      </p:sp>
      <p:sp>
        <p:nvSpPr>
          <p:cNvPr id="2" name="heading_33">
            <a:extLst xmlns:a="http://schemas.openxmlformats.org/drawingml/2006/main">
              <a:ext uri="{FF2B5EF4-FFF2-40B4-BE49-F238E27FC236}">
                <a16:creationId xmlns:a16="http://schemas.microsoft.com/office/drawing/2014/main" id="{9F21FA2F-263B-4C1D-A48E-47DE503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invariantBlackNodes：用 -1 让黑高错误一路向上传播</a:t>
            </a:r>
          </a:p>
        </p:txBody>
      </p:sp>
      <p:sp>
        <p:nvSpPr>
          <p:cNvPr id="3" name="rule_33">
            <a:extLst xmlns:a="http://schemas.openxmlformats.org/drawingml/2006/main">
              <a:ext uri="{FF2B5EF4-FFF2-40B4-BE49-F238E27FC236}">
                <a16:creationId xmlns:a16="http://schemas.microsoft.com/office/drawing/2014/main" id="{69D23127-7A6E-4583-8CF5-31292763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3">
            <a:extLst xmlns:a="http://schemas.openxmlformats.org/drawingml/2006/main">
              <a:ext uri="{FF2B5EF4-FFF2-40B4-BE49-F238E27FC236}">
                <a16:creationId xmlns:a16="http://schemas.microsoft.com/office/drawing/2014/main" id="{286C084B-18B6-4C82-86DA-6C7812C0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question_33_42">
            <a:extLst xmlns:a="http://schemas.openxmlformats.org/drawingml/2006/main">
              <a:ext uri="{FF2B5EF4-FFF2-40B4-BE49-F238E27FC236}">
                <a16:creationId xmlns:a16="http://schemas.microsoft.com/office/drawing/2014/main" id="{691D7041-19FA-43C2-8C09-2681750B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为什么 NULL 的黑高从 1 开始？</a:t>
            </a:r>
          </a:p>
        </p:txBody>
      </p:sp>
      <p:sp>
        <p:nvSpPr>
          <p:cNvPr id="6" name="reason_bar_33_42">
            <a:extLst xmlns:a="http://schemas.openxmlformats.org/drawingml/2006/main">
              <a:ext uri="{FF2B5EF4-FFF2-40B4-BE49-F238E27FC236}">
                <a16:creationId xmlns:a16="http://schemas.microsoft.com/office/drawing/2014/main" id="{A4C62CE3-3061-485D-A213-9A9B3D06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3_42">
            <a:extLst xmlns:a="http://schemas.openxmlformats.org/drawingml/2006/main">
              <a:ext uri="{FF2B5EF4-FFF2-40B4-BE49-F238E27FC236}">
                <a16:creationId xmlns:a16="http://schemas.microsoft.com/office/drawing/2014/main" id="{B4D2DF37-05F0-4DA7-8B0E-2D3EF26C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红黑树定义里，空叶子也视为黑色。递归走到 NULL 时返回 1，父节点再根据自己是否为黑色增加计数。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当前节点先分别取得 leftCount 与 rightCount。如果两边不同，或者某一边已经返回 -1，就继续返回 -1。这样最底层发现的黑高错误不需要额外的全局变量，会沿递归返回值一直传到 root。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两边相等时只取 leftCount 即可，因为已经证明 rightCount 与它相同。</a:t>
            </a:r>
          </a:p>
        </p:txBody>
      </p:sp>
      <p:sp>
        <p:nvSpPr>
          <p:cNvPr id="8" name="code_bg_33_665">
            <a:extLst xmlns:a="http://schemas.openxmlformats.org/drawingml/2006/main">
              <a:ext uri="{FF2B5EF4-FFF2-40B4-BE49-F238E27FC236}">
                <a16:creationId xmlns:a16="http://schemas.microsoft.com/office/drawing/2014/main" id="{57FD62C5-008F-48E3-B47D-E47D3412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809750"/>
            <a:ext cx="5048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33_0">
            <a:extLst xmlns:a="http://schemas.openxmlformats.org/drawingml/2006/main">
              <a:ext uri="{FF2B5EF4-FFF2-40B4-BE49-F238E27FC236}">
                <a16:creationId xmlns:a16="http://schemas.microsoft.com/office/drawing/2014/main" id="{43B7629D-26B7-4B98-872D-C1B337E8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91452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33_0">
            <a:extLst xmlns:a="http://schemas.openxmlformats.org/drawingml/2006/main">
              <a:ext uri="{FF2B5EF4-FFF2-40B4-BE49-F238E27FC236}">
                <a16:creationId xmlns:a16="http://schemas.microsoft.com/office/drawing/2014/main" id="{B02B0182-CF41-4C4A-AC94-29381AF7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9050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int leftCount =</a:t>
            </a:r>
          </a:p>
        </p:txBody>
      </p:sp>
      <p:sp>
        <p:nvSpPr>
          <p:cNvPr id="11" name="code_line_33_1">
            <a:extLst xmlns:a="http://schemas.openxmlformats.org/drawingml/2006/main">
              <a:ext uri="{FF2B5EF4-FFF2-40B4-BE49-F238E27FC236}">
                <a16:creationId xmlns:a16="http://schemas.microsoft.com/office/drawing/2014/main" id="{0B0D468A-71E0-45B9-9DED-063EDC20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43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left == NULL ? 1</a:t>
            </a:r>
          </a:p>
        </p:txBody>
      </p:sp>
      <p:sp>
        <p:nvSpPr>
          <p:cNvPr id="12" name="code_line_33_2">
            <a:extLst xmlns:a="http://schemas.openxmlformats.org/drawingml/2006/main">
              <a:ext uri="{FF2B5EF4-FFF2-40B4-BE49-F238E27FC236}">
                <a16:creationId xmlns:a16="http://schemas.microsoft.com/office/drawing/2014/main" id="{35AD8AAD-9DAE-4456-8FA6-1D2899AA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381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          : left-&gt;invariantBlackNodes();</a:t>
            </a:r>
          </a:p>
        </p:txBody>
      </p:sp>
      <p:sp>
        <p:nvSpPr>
          <p:cNvPr id="13" name="code_line_33_3">
            <a:extLst xmlns:a="http://schemas.openxmlformats.org/drawingml/2006/main">
              <a:ext uri="{FF2B5EF4-FFF2-40B4-BE49-F238E27FC236}">
                <a16:creationId xmlns:a16="http://schemas.microsoft.com/office/drawing/2014/main" id="{4F4DF2D7-DA6B-470B-A71C-1A82D17E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6193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code_hl_33_4">
            <a:extLst xmlns:a="http://schemas.openxmlformats.org/drawingml/2006/main">
              <a:ext uri="{FF2B5EF4-FFF2-40B4-BE49-F238E27FC236}">
                <a16:creationId xmlns:a16="http://schemas.microsoft.com/office/drawing/2014/main" id="{51D96CCB-EA71-4F65-9E41-C1AC2AB4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86702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de_line_33_4">
            <a:extLst xmlns:a="http://schemas.openxmlformats.org/drawingml/2006/main">
              <a:ext uri="{FF2B5EF4-FFF2-40B4-BE49-F238E27FC236}">
                <a16:creationId xmlns:a16="http://schemas.microsoft.com/office/drawing/2014/main" id="{81E2F6C0-6AC1-410B-89F9-31A15631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8575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int rightCount =</a:t>
            </a:r>
          </a:p>
        </p:txBody>
      </p:sp>
      <p:sp>
        <p:nvSpPr>
          <p:cNvPr id="16" name="code_line_33_5">
            <a:extLst xmlns:a="http://schemas.openxmlformats.org/drawingml/2006/main">
              <a:ext uri="{FF2B5EF4-FFF2-40B4-BE49-F238E27FC236}">
                <a16:creationId xmlns:a16="http://schemas.microsoft.com/office/drawing/2014/main" id="{BC6FEC88-0AC0-4FD9-923D-A55B1AB0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0956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right == NULL ? 1</a:t>
            </a:r>
          </a:p>
        </p:txBody>
      </p:sp>
      <p:sp>
        <p:nvSpPr>
          <p:cNvPr id="17" name="code_line_33_6">
            <a:extLst xmlns:a="http://schemas.openxmlformats.org/drawingml/2006/main">
              <a:ext uri="{FF2B5EF4-FFF2-40B4-BE49-F238E27FC236}">
                <a16:creationId xmlns:a16="http://schemas.microsoft.com/office/drawing/2014/main" id="{D12EF23B-0E77-4DC7-B84E-C10A5A91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3337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              : right-&gt;invariantBlackNodes();</a:t>
            </a:r>
          </a:p>
        </p:txBody>
      </p:sp>
      <p:sp>
        <p:nvSpPr>
          <p:cNvPr id="18" name="code_line_33_7">
            <a:extLst xmlns:a="http://schemas.openxmlformats.org/drawingml/2006/main">
              <a:ext uri="{FF2B5EF4-FFF2-40B4-BE49-F238E27FC236}">
                <a16:creationId xmlns:a16="http://schemas.microsoft.com/office/drawing/2014/main" id="{6508F20D-880F-4D73-A0C4-9224F62B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57187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code_hl_33_8">
            <a:extLst xmlns:a="http://schemas.openxmlformats.org/drawingml/2006/main">
              <a:ext uri="{FF2B5EF4-FFF2-40B4-BE49-F238E27FC236}">
                <a16:creationId xmlns:a16="http://schemas.microsoft.com/office/drawing/2014/main" id="{9FE3FAA3-21C1-445A-934D-A696DADB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81952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de_line_33_8">
            <a:extLst xmlns:a="http://schemas.openxmlformats.org/drawingml/2006/main">
              <a:ext uri="{FF2B5EF4-FFF2-40B4-BE49-F238E27FC236}">
                <a16:creationId xmlns:a16="http://schemas.microsoft.com/office/drawing/2014/main" id="{386CF4CE-9B88-4388-8350-0039E175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8100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return leftCount == rightCount &amp;&amp; leftCount != -1</a:t>
            </a:r>
          </a:p>
        </p:txBody>
      </p:sp>
      <p:sp>
        <p:nvSpPr>
          <p:cNvPr id="21" name="code_hl_33_9">
            <a:extLst xmlns:a="http://schemas.openxmlformats.org/drawingml/2006/main">
              <a:ext uri="{FF2B5EF4-FFF2-40B4-BE49-F238E27FC236}">
                <a16:creationId xmlns:a16="http://schemas.microsoft.com/office/drawing/2014/main" id="{FD3CFA1E-2BB3-4CE5-B03E-DD995012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057650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ode_line_33_9">
            <a:extLst xmlns:a="http://schemas.openxmlformats.org/drawingml/2006/main">
              <a:ext uri="{FF2B5EF4-FFF2-40B4-BE49-F238E27FC236}">
                <a16:creationId xmlns:a16="http://schemas.microsoft.com/office/drawing/2014/main" id="{B8D2556C-82DF-48B6-A4C2-771B1607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048125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? leftCount + this-&gt;color</a:t>
            </a:r>
          </a:p>
        </p:txBody>
      </p:sp>
      <p:sp>
        <p:nvSpPr>
          <p:cNvPr id="23" name="code_hl_33_10">
            <a:extLst xmlns:a="http://schemas.openxmlformats.org/drawingml/2006/main">
              <a:ext uri="{FF2B5EF4-FFF2-40B4-BE49-F238E27FC236}">
                <a16:creationId xmlns:a16="http://schemas.microsoft.com/office/drawing/2014/main" id="{1ABF6B7D-BF9E-4CB1-B96A-B9D25D7F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4295775"/>
            <a:ext cx="48958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de_line_33_10">
            <a:extLst xmlns:a="http://schemas.openxmlformats.org/drawingml/2006/main">
              <a:ext uri="{FF2B5EF4-FFF2-40B4-BE49-F238E27FC236}">
                <a16:creationId xmlns:a16="http://schemas.microsoft.com/office/drawing/2014/main" id="{EDCF4B3A-7B02-423A-BA31-92F4AF0B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2862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: -1;</a:t>
            </a:r>
          </a:p>
        </p:txBody>
      </p:sp>
    </p:spTree>
    <p:extLst>
      <p:ext uri="{BB962C8B-B14F-4D97-AF65-F5344CB8AC3E}">
        <p14:creationId xmlns:p14="http://schemas.microsoft.com/office/powerpoint/2010/main" val="181519611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4">
            <a:extLst xmlns:a="http://schemas.openxmlformats.org/drawingml/2006/main">
              <a:ext uri="{FF2B5EF4-FFF2-40B4-BE49-F238E27FC236}">
                <a16:creationId xmlns:a16="http://schemas.microsoft.com/office/drawing/2014/main" id="{68F43990-877E-4BB3-B6E2-D2B8E392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09 · 运行演示</a:t>
            </a:r>
          </a:p>
        </p:txBody>
      </p:sp>
      <p:sp>
        <p:nvSpPr>
          <p:cNvPr id="2" name="heading_34">
            <a:extLst xmlns:a="http://schemas.openxmlformats.org/drawingml/2006/main">
              <a:ext uri="{FF2B5EF4-FFF2-40B4-BE49-F238E27FC236}">
                <a16:creationId xmlns:a16="http://schemas.microsoft.com/office/drawing/2014/main" id="{CC00080C-7D26-42A0-9B71-B24C89A0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EasyX 只负责把后端结果显示出来，本次答辩不展开前端实现</a:t>
            </a:r>
          </a:p>
        </p:txBody>
      </p:sp>
      <p:sp>
        <p:nvSpPr>
          <p:cNvPr id="3" name="rule_34">
            <a:extLst xmlns:a="http://schemas.openxmlformats.org/drawingml/2006/main">
              <a:ext uri="{FF2B5EF4-FFF2-40B4-BE49-F238E27FC236}">
                <a16:creationId xmlns:a16="http://schemas.microsoft.com/office/drawing/2014/main" id="{CCA61424-C46A-463F-B1C7-5A99A3F9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4">
            <a:extLst xmlns:a="http://schemas.openxmlformats.org/drawingml/2006/main">
              <a:ext uri="{FF2B5EF4-FFF2-40B4-BE49-F238E27FC236}">
                <a16:creationId xmlns:a16="http://schemas.microsoft.com/office/drawing/2014/main" id="{05C47E79-C952-42B6-A13B-C013E102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question_34_42">
            <a:extLst xmlns:a="http://schemas.openxmlformats.org/drawingml/2006/main">
              <a:ext uri="{FF2B5EF4-FFF2-40B4-BE49-F238E27FC236}">
                <a16:creationId xmlns:a16="http://schemas.microsoft.com/office/drawing/2014/main" id="{DA57B550-C0EF-47DF-9726-A47C7B83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619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我在演示中会讲什么？</a:t>
            </a:r>
          </a:p>
        </p:txBody>
      </p:sp>
      <p:sp>
        <p:nvSpPr>
          <p:cNvPr id="6" name="reason_bar_34_42">
            <a:extLst xmlns:a="http://schemas.openxmlformats.org/drawingml/2006/main">
              <a:ext uri="{FF2B5EF4-FFF2-40B4-BE49-F238E27FC236}">
                <a16:creationId xmlns:a16="http://schemas.microsoft.com/office/drawing/2014/main" id="{735BB104-3A89-4AA2-B456-74990A97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4_42">
            <a:extLst xmlns:a="http://schemas.openxmlformats.org/drawingml/2006/main">
              <a:ext uri="{FF2B5EF4-FFF2-40B4-BE49-F238E27FC236}">
                <a16:creationId xmlns:a16="http://schemas.microsoft.com/office/drawing/2014/main" id="{5AA1B0EE-5DE4-4283-94ED-C45BE766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905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界面提供插入、删除与重置操作。输入一个 key 后，程序调用的仍然是 RBTree&lt;int&gt;::insert 或 RBTree&lt;int&gt;::remove。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屏幕上的节点移动和颜色变化只是后端算法结果的可视化。答辩时我不会解释窗口消息、按钮坐标、绘图 API 或布局算法，而是根据操作结果回到 rbtree.h：当前命中了哪一种局部形态，执行了哪次换色或旋转，为什么红黑性质重新成立。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也就是说，EasyX 是演示工具，不是本次答辩的技术重点。</a:t>
            </a:r>
          </a:p>
        </p:txBody>
      </p:sp>
      <p:sp>
        <p:nvSpPr>
          <p:cNvPr id="8" name="easyx_scope">
            <a:extLst xmlns:a="http://schemas.openxmlformats.org/drawingml/2006/main">
              <a:ext uri="{FF2B5EF4-FFF2-40B4-BE49-F238E27FC236}">
                <a16:creationId xmlns:a16="http://schemas.microsoft.com/office/drawing/2014/main" id="{D6DB9D14-2372-4E7C-9FE3-3950C9A2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2143125"/>
            <a:ext cx="2571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演示操作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插入 key</a:t>
            </a:r>
          </a:p>
          <a:p xmlns:a="http://schemas.openxmlformats.org/drawingml/2006/main">
            <a:pPr algn="ctr">
              <a:def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删除 key</a:t>
            </a:r>
          </a:p>
          <a:p xmlns:a="http://schemas.openxmlformats.org/drawingml/2006/main">
            <a:pPr algn="ctr">
              <a:def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重置示例树</a:t>
            </a:r>
          </a:p>
        </p:txBody>
      </p:sp>
      <p:sp>
        <p:nvSpPr>
          <p:cNvPr id="9" name="takeaway_34">
            <a:extLst xmlns:a="http://schemas.openxmlformats.org/drawingml/2006/main">
              <a:ext uri="{FF2B5EF4-FFF2-40B4-BE49-F238E27FC236}">
                <a16:creationId xmlns:a16="http://schemas.microsoft.com/office/drawing/2014/main" id="{EBFA7B59-5B4C-4D76-92A5-092AE129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被问到界面时只需说明：使用 EasyX 实现，核心数据与操作来自后端 RBTree。</a:t>
            </a:r>
          </a:p>
        </p:txBody>
      </p:sp>
    </p:spTree>
    <p:extLst>
      <p:ext uri="{BB962C8B-B14F-4D97-AF65-F5344CB8AC3E}">
        <p14:creationId xmlns:p14="http://schemas.microsoft.com/office/powerpoint/2010/main" val="107523178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5">
            <a:extLst xmlns:a="http://schemas.openxmlformats.org/drawingml/2006/main">
              <a:ext uri="{FF2B5EF4-FFF2-40B4-BE49-F238E27FC236}">
                <a16:creationId xmlns:a16="http://schemas.microsoft.com/office/drawing/2014/main" id="{8102530F-00BE-46A1-A0E7-49B189E5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10 · 迭代器</a:t>
            </a:r>
          </a:p>
        </p:txBody>
      </p:sp>
      <p:sp>
        <p:nvSpPr>
          <p:cNvPr id="2" name="heading_35">
            <a:extLst xmlns:a="http://schemas.openxmlformats.org/drawingml/2006/main">
              <a:ext uri="{FF2B5EF4-FFF2-40B4-BE49-F238E27FC236}">
                <a16:creationId xmlns:a16="http://schemas.microsoft.com/office/drawing/2014/main" id="{CF779DEB-FF20-4FB2-9214-C447481D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begin 为什么一路向左、再向右：这个迭代器走的是后序，不是升序</a:t>
            </a:r>
          </a:p>
        </p:txBody>
      </p:sp>
      <p:sp>
        <p:nvSpPr>
          <p:cNvPr id="3" name="rule_35">
            <a:extLst xmlns:a="http://schemas.openxmlformats.org/drawingml/2006/main">
              <a:ext uri="{FF2B5EF4-FFF2-40B4-BE49-F238E27FC236}">
                <a16:creationId xmlns:a16="http://schemas.microsoft.com/office/drawing/2014/main" id="{CDB7A3C2-6DE8-4977-AF2F-B89C8B96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5">
            <a:extLst xmlns:a="http://schemas.openxmlformats.org/drawingml/2006/main">
              <a:ext uri="{FF2B5EF4-FFF2-40B4-BE49-F238E27FC236}">
                <a16:creationId xmlns:a16="http://schemas.microsoft.com/office/drawing/2014/main" id="{0426BC3A-56EB-4C40-BD2C-B64C9E7F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question_35_42">
            <a:extLst xmlns:a="http://schemas.openxmlformats.org/drawingml/2006/main">
              <a:ext uri="{FF2B5EF4-FFF2-40B4-BE49-F238E27FC236}">
                <a16:creationId xmlns:a16="http://schemas.microsoft.com/office/drawing/2014/main" id="{CFF5C159-9A4B-48FF-852B-C9A7E47D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后序遍历第一个节点在哪里？</a:t>
            </a:r>
          </a:p>
        </p:txBody>
      </p:sp>
      <p:sp>
        <p:nvSpPr>
          <p:cNvPr id="6" name="reason_bar_35_42">
            <a:extLst xmlns:a="http://schemas.openxmlformats.org/drawingml/2006/main">
              <a:ext uri="{FF2B5EF4-FFF2-40B4-BE49-F238E27FC236}">
                <a16:creationId xmlns:a16="http://schemas.microsoft.com/office/drawing/2014/main" id="{731847D7-2904-4C21-8A3C-0126D34D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5_42">
            <a:extLst xmlns:a="http://schemas.openxmlformats.org/drawingml/2006/main">
              <a:ext uri="{FF2B5EF4-FFF2-40B4-BE49-F238E27FC236}">
                <a16:creationId xmlns:a16="http://schemas.microsoft.com/office/drawing/2014/main" id="{C7179FF1-F1C0-4736-8B80-BE715138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后序顺序是左子树、右子树、根。因此 begin 不能直接返回最小 key，也不能直接返回 root。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它从 root 开始尽量走 left；某一层没有 left 但有 right，就继续走 right，直到落到叶子。这个叶子正是整棵树后序遍历最先访问的位置。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这也解释了为什么项目测试只验证“每个值都被访问一次”，而没有要求 iterator 输出升序。它不是 std::set 那种中序迭代器。</a:t>
            </a:r>
          </a:p>
        </p:txBody>
      </p:sp>
      <p:sp>
        <p:nvSpPr>
          <p:cNvPr id="8" name="code_bg_35_665">
            <a:extLst xmlns:a="http://schemas.openxmlformats.org/drawingml/2006/main">
              <a:ext uri="{FF2B5EF4-FFF2-40B4-BE49-F238E27FC236}">
                <a16:creationId xmlns:a16="http://schemas.microsoft.com/office/drawing/2014/main" id="{B95E7A76-8B00-44F9-B487-7A5511AA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857375"/>
            <a:ext cx="500062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35_0">
            <a:extLst xmlns:a="http://schemas.openxmlformats.org/drawingml/2006/main">
              <a:ext uri="{FF2B5EF4-FFF2-40B4-BE49-F238E27FC236}">
                <a16:creationId xmlns:a16="http://schemas.microsoft.com/office/drawing/2014/main" id="{AD988819-F391-48DF-AD64-D87D20F8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962150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35_0">
            <a:extLst xmlns:a="http://schemas.openxmlformats.org/drawingml/2006/main">
              <a:ext uri="{FF2B5EF4-FFF2-40B4-BE49-F238E27FC236}">
                <a16:creationId xmlns:a16="http://schemas.microsoft.com/office/drawing/2014/main" id="{2985ABAF-537B-49AC-8A47-B8367F86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9526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RBTreeNode* node = root;</a:t>
            </a:r>
          </a:p>
        </p:txBody>
      </p:sp>
      <p:sp>
        <p:nvSpPr>
          <p:cNvPr id="11" name="code_line_35_1">
            <a:extLst xmlns:a="http://schemas.openxmlformats.org/drawingml/2006/main">
              <a:ext uri="{FF2B5EF4-FFF2-40B4-BE49-F238E27FC236}">
                <a16:creationId xmlns:a16="http://schemas.microsoft.com/office/drawing/2014/main" id="{380CF01C-3F5C-460D-9BE5-9EA1D23C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1907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code_hl_35_2">
            <a:extLst xmlns:a="http://schemas.openxmlformats.org/drawingml/2006/main">
              <a:ext uri="{FF2B5EF4-FFF2-40B4-BE49-F238E27FC236}">
                <a16:creationId xmlns:a16="http://schemas.microsoft.com/office/drawing/2014/main" id="{C9F4D515-83CF-4C41-BBBB-5AB154FF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438400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ode_line_35_2">
            <a:extLst xmlns:a="http://schemas.openxmlformats.org/drawingml/2006/main">
              <a:ext uri="{FF2B5EF4-FFF2-40B4-BE49-F238E27FC236}">
                <a16:creationId xmlns:a16="http://schemas.microsoft.com/office/drawing/2014/main" id="{89B64096-636E-4D63-87A6-C776A05D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4288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while (node-&gt;left != NULL)</a:t>
            </a:r>
          </a:p>
        </p:txBody>
      </p:sp>
      <p:sp>
        <p:nvSpPr>
          <p:cNvPr id="14" name="code_line_35_3">
            <a:extLst xmlns:a="http://schemas.openxmlformats.org/drawingml/2006/main">
              <a:ext uri="{FF2B5EF4-FFF2-40B4-BE49-F238E27FC236}">
                <a16:creationId xmlns:a16="http://schemas.microsoft.com/office/drawing/2014/main" id="{913DE46F-0C98-414B-9DB3-8C045C7E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6670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node = node-&gt;left;</a:t>
            </a:r>
          </a:p>
        </p:txBody>
      </p:sp>
      <p:sp>
        <p:nvSpPr>
          <p:cNvPr id="15" name="code_line_35_4">
            <a:extLst xmlns:a="http://schemas.openxmlformats.org/drawingml/2006/main">
              <a:ext uri="{FF2B5EF4-FFF2-40B4-BE49-F238E27FC236}">
                <a16:creationId xmlns:a16="http://schemas.microsoft.com/office/drawing/2014/main" id="{2DDED80F-9C3B-4944-8B22-41318B7E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9051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code_hl_35_5">
            <a:extLst xmlns:a="http://schemas.openxmlformats.org/drawingml/2006/main">
              <a:ext uri="{FF2B5EF4-FFF2-40B4-BE49-F238E27FC236}">
                <a16:creationId xmlns:a16="http://schemas.microsoft.com/office/drawing/2014/main" id="{59FB67B0-E4D4-4A43-BE23-15E89D90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15277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de_line_35_5">
            <a:extLst xmlns:a="http://schemas.openxmlformats.org/drawingml/2006/main">
              <a:ext uri="{FF2B5EF4-FFF2-40B4-BE49-F238E27FC236}">
                <a16:creationId xmlns:a16="http://schemas.microsoft.com/office/drawing/2014/main" id="{CD0DB863-FBFB-4B23-99EB-17F3A8E0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1432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while (node-&gt;right != NULL)</a:t>
            </a:r>
          </a:p>
        </p:txBody>
      </p:sp>
      <p:sp>
        <p:nvSpPr>
          <p:cNvPr id="18" name="code_line_35_6">
            <a:extLst xmlns:a="http://schemas.openxmlformats.org/drawingml/2006/main">
              <a:ext uri="{FF2B5EF4-FFF2-40B4-BE49-F238E27FC236}">
                <a16:creationId xmlns:a16="http://schemas.microsoft.com/office/drawing/2014/main" id="{35F4BF1A-91F0-4FFC-B58F-9CDECAB1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3813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node = node-&gt;right;</a:t>
            </a:r>
          </a:p>
        </p:txBody>
      </p:sp>
      <p:sp>
        <p:nvSpPr>
          <p:cNvPr id="19" name="code_line_35_7">
            <a:extLst xmlns:a="http://schemas.openxmlformats.org/drawingml/2006/main">
              <a:ext uri="{FF2B5EF4-FFF2-40B4-BE49-F238E27FC236}">
                <a16:creationId xmlns:a16="http://schemas.microsoft.com/office/drawing/2014/main" id="{7253D662-5457-4AC5-967B-19C35806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6195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code_hl_35_8">
            <a:extLst xmlns:a="http://schemas.openxmlformats.org/drawingml/2006/main">
              <a:ext uri="{FF2B5EF4-FFF2-40B4-BE49-F238E27FC236}">
                <a16:creationId xmlns:a16="http://schemas.microsoft.com/office/drawing/2014/main" id="{A1E1E722-69F2-49D8-B1D6-70B9D4C8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867150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de_line_35_8">
            <a:extLst xmlns:a="http://schemas.openxmlformats.org/drawingml/2006/main">
              <a:ext uri="{FF2B5EF4-FFF2-40B4-BE49-F238E27FC236}">
                <a16:creationId xmlns:a16="http://schemas.microsoft.com/office/drawing/2014/main" id="{DDD58346-9547-4C28-B558-D95633FD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8576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return iterator(node);</a:t>
            </a:r>
          </a:p>
        </p:txBody>
      </p:sp>
    </p:spTree>
    <p:extLst>
      <p:ext uri="{BB962C8B-B14F-4D97-AF65-F5344CB8AC3E}">
        <p14:creationId xmlns:p14="http://schemas.microsoft.com/office/powerpoint/2010/main" val="158611837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6">
            <a:extLst xmlns:a="http://schemas.openxmlformats.org/drawingml/2006/main">
              <a:ext uri="{FF2B5EF4-FFF2-40B4-BE49-F238E27FC236}">
                <a16:creationId xmlns:a16="http://schemas.microsoft.com/office/drawing/2014/main" id="{C6B19490-4A3F-4883-8023-D1B849AA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10 · 迭代器</a:t>
            </a:r>
          </a:p>
        </p:txBody>
      </p:sp>
      <p:sp>
        <p:nvSpPr>
          <p:cNvPr id="2" name="heading_36">
            <a:extLst xmlns:a="http://schemas.openxmlformats.org/drawingml/2006/main">
              <a:ext uri="{FF2B5EF4-FFF2-40B4-BE49-F238E27FC236}">
                <a16:creationId xmlns:a16="http://schemas.microsoft.com/office/drawing/2014/main" id="{70F581DD-AD3E-40F8-B414-B70CFB4F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operator++：什么时候去右兄弟，什么时候回到父亲</a:t>
            </a:r>
          </a:p>
        </p:txBody>
      </p:sp>
      <p:sp>
        <p:nvSpPr>
          <p:cNvPr id="3" name="rule_36">
            <a:extLst xmlns:a="http://schemas.openxmlformats.org/drawingml/2006/main">
              <a:ext uri="{FF2B5EF4-FFF2-40B4-BE49-F238E27FC236}">
                <a16:creationId xmlns:a16="http://schemas.microsoft.com/office/drawing/2014/main" id="{186D1B8F-84FF-49E2-870E-3476EC2B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6">
            <a:extLst xmlns:a="http://schemas.openxmlformats.org/drawingml/2006/main">
              <a:ext uri="{FF2B5EF4-FFF2-40B4-BE49-F238E27FC236}">
                <a16:creationId xmlns:a16="http://schemas.microsoft.com/office/drawing/2014/main" id="{203FEB63-6452-4EBD-B68B-8205298F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question_36_42">
            <a:extLst xmlns:a="http://schemas.openxmlformats.org/drawingml/2006/main">
              <a:ext uri="{FF2B5EF4-FFF2-40B4-BE49-F238E27FC236}">
                <a16:creationId xmlns:a16="http://schemas.microsoft.com/office/drawing/2014/main" id="{11280646-0E87-4EDE-B432-4B380C96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71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当前子树走完以后，下一个节点是谁？</a:t>
            </a:r>
          </a:p>
        </p:txBody>
      </p:sp>
      <p:sp>
        <p:nvSpPr>
          <p:cNvPr id="6" name="reason_bar_36_42">
            <a:extLst xmlns:a="http://schemas.openxmlformats.org/drawingml/2006/main">
              <a:ext uri="{FF2B5EF4-FFF2-40B4-BE49-F238E27FC236}">
                <a16:creationId xmlns:a16="http://schemas.microsoft.com/office/drawing/2014/main" id="{82DF6E41-2968-4561-82E6-AA635DE4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6_42">
            <a:extLst xmlns:a="http://schemas.openxmlformats.org/drawingml/2006/main">
              <a:ext uri="{FF2B5EF4-FFF2-40B4-BE49-F238E27FC236}">
                <a16:creationId xmlns:a16="http://schemas.microsoft.com/office/drawing/2014/main" id="{56DA1196-3303-4EDF-97ED-08868E30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4292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如果当前 node 是父亲的左孩子，而且父亲还有右孩子，说明左子树刚走完，后序遍历下一步应该进入右子树。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进入右子树后，仍然要一路寻找该子树最先访问的叶子：优先 left，没有 left 才走 right。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如果当前 node 不是这种情况，就说明右子树也已经完成，或者自己本来就是右孩子。此时下一个访问对象就是 parent。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走到没有 parent 的 root 后，下一位置就是 end，也就是 node = NULL。</a:t>
            </a:r>
          </a:p>
        </p:txBody>
      </p:sp>
      <p:sp>
        <p:nvSpPr>
          <p:cNvPr id="8" name="code_bg_36_665">
            <a:extLst xmlns:a="http://schemas.openxmlformats.org/drawingml/2006/main">
              <a:ext uri="{FF2B5EF4-FFF2-40B4-BE49-F238E27FC236}">
                <a16:creationId xmlns:a16="http://schemas.microsoft.com/office/drawing/2014/main" id="{90EC6668-3EDB-4C26-8ED1-B6BEE2B4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666875"/>
            <a:ext cx="5000625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hl_36_0">
            <a:extLst xmlns:a="http://schemas.openxmlformats.org/drawingml/2006/main">
              <a:ext uri="{FF2B5EF4-FFF2-40B4-BE49-F238E27FC236}">
                <a16:creationId xmlns:a16="http://schemas.microsoft.com/office/drawing/2014/main" id="{4383F3A4-F10B-4210-A35E-889784FE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1771650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de_line_36_0">
            <a:extLst xmlns:a="http://schemas.openxmlformats.org/drawingml/2006/main">
              <a:ext uri="{FF2B5EF4-FFF2-40B4-BE49-F238E27FC236}">
                <a16:creationId xmlns:a16="http://schemas.microsoft.com/office/drawing/2014/main" id="{6ABC5905-E41A-47A2-A83D-D33A03CF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17621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(node-&gt;parent == NULL)</a:t>
            </a:r>
          </a:p>
        </p:txBody>
      </p:sp>
      <p:sp>
        <p:nvSpPr>
          <p:cNvPr id="11" name="code_line_36_1">
            <a:extLst xmlns:a="http://schemas.openxmlformats.org/drawingml/2006/main">
              <a:ext uri="{FF2B5EF4-FFF2-40B4-BE49-F238E27FC236}">
                <a16:creationId xmlns:a16="http://schemas.microsoft.com/office/drawing/2014/main" id="{35485BB0-1B24-44FF-B829-A8E50E33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0002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this-&gt;node = NULL;</a:t>
            </a:r>
          </a:p>
        </p:txBody>
      </p:sp>
      <p:sp>
        <p:nvSpPr>
          <p:cNvPr id="12" name="code_line_36_2">
            <a:extLst xmlns:a="http://schemas.openxmlformats.org/drawingml/2006/main">
              <a:ext uri="{FF2B5EF4-FFF2-40B4-BE49-F238E27FC236}">
                <a16:creationId xmlns:a16="http://schemas.microsoft.com/office/drawing/2014/main" id="{02F24820-EE13-4403-BC70-60C7B36E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2383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code_hl_36_3">
            <a:extLst xmlns:a="http://schemas.openxmlformats.org/drawingml/2006/main">
              <a:ext uri="{FF2B5EF4-FFF2-40B4-BE49-F238E27FC236}">
                <a16:creationId xmlns:a16="http://schemas.microsoft.com/office/drawing/2014/main" id="{DC18B19C-7B7F-4920-813E-C020E30B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48602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ode_line_36_3">
            <a:extLst xmlns:a="http://schemas.openxmlformats.org/drawingml/2006/main">
              <a:ext uri="{FF2B5EF4-FFF2-40B4-BE49-F238E27FC236}">
                <a16:creationId xmlns:a16="http://schemas.microsoft.com/office/drawing/2014/main" id="{45C50248-43E1-4F28-8A09-837C6C4B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4765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if (node == node-&gt;parent-&gt;left &amp;&amp;</a:t>
            </a:r>
          </a:p>
        </p:txBody>
      </p:sp>
      <p:sp>
        <p:nvSpPr>
          <p:cNvPr id="15" name="code_line_36_4">
            <a:extLst xmlns:a="http://schemas.openxmlformats.org/drawingml/2006/main">
              <a:ext uri="{FF2B5EF4-FFF2-40B4-BE49-F238E27FC236}">
                <a16:creationId xmlns:a16="http://schemas.microsoft.com/office/drawing/2014/main" id="{F96C270E-5316-433E-A072-8B3841A5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7146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node-&gt;parent-&gt;right != NULL)</a:t>
            </a:r>
          </a:p>
        </p:txBody>
      </p:sp>
      <p:sp>
        <p:nvSpPr>
          <p:cNvPr id="16" name="code_hl_36_5">
            <a:extLst xmlns:a="http://schemas.openxmlformats.org/drawingml/2006/main">
              <a:ext uri="{FF2B5EF4-FFF2-40B4-BE49-F238E27FC236}">
                <a16:creationId xmlns:a16="http://schemas.microsoft.com/office/drawing/2014/main" id="{89876F1F-177B-4470-8ADD-04EB6048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296227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de_line_36_5">
            <a:extLst xmlns:a="http://schemas.openxmlformats.org/drawingml/2006/main">
              <a:ext uri="{FF2B5EF4-FFF2-40B4-BE49-F238E27FC236}">
                <a16:creationId xmlns:a16="http://schemas.microsoft.com/office/drawing/2014/main" id="{D1E07A4C-F473-42B2-8021-3EAE50D7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29527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node = node-&gt;parent-&gt;right;</a:t>
            </a:r>
          </a:p>
        </p:txBody>
      </p:sp>
      <p:sp>
        <p:nvSpPr>
          <p:cNvPr id="18" name="code_line_36_6">
            <a:extLst xmlns:a="http://schemas.openxmlformats.org/drawingml/2006/main">
              <a:ext uri="{FF2B5EF4-FFF2-40B4-BE49-F238E27FC236}">
                <a16:creationId xmlns:a16="http://schemas.microsoft.com/office/drawing/2014/main" id="{E346C350-0D9C-479C-8980-D61475B8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1908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else</a:t>
            </a:r>
          </a:p>
        </p:txBody>
      </p:sp>
      <p:sp>
        <p:nvSpPr>
          <p:cNvPr id="19" name="code_hl_36_7">
            <a:extLst xmlns:a="http://schemas.openxmlformats.org/drawingml/2006/main">
              <a:ext uri="{FF2B5EF4-FFF2-40B4-BE49-F238E27FC236}">
                <a16:creationId xmlns:a16="http://schemas.microsoft.com/office/drawing/2014/main" id="{970E5919-EE4E-4E76-B146-3D445435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43852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de_line_36_7">
            <a:extLst xmlns:a="http://schemas.openxmlformats.org/drawingml/2006/main">
              <a:ext uri="{FF2B5EF4-FFF2-40B4-BE49-F238E27FC236}">
                <a16:creationId xmlns:a16="http://schemas.microsoft.com/office/drawing/2014/main" id="{2D334CD4-E740-4DEB-BB20-78CA3093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4290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    this-&gt;node = node-&gt;parent;</a:t>
            </a:r>
          </a:p>
        </p:txBody>
      </p:sp>
      <p:sp>
        <p:nvSpPr>
          <p:cNvPr id="21" name="code_line_36_8">
            <a:extLst xmlns:a="http://schemas.openxmlformats.org/drawingml/2006/main">
              <a:ext uri="{FF2B5EF4-FFF2-40B4-BE49-F238E27FC236}">
                <a16:creationId xmlns:a16="http://schemas.microsoft.com/office/drawing/2014/main" id="{63E1DF1D-5392-489F-A74D-B8808863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6671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code_hl_36_9">
            <a:extLst xmlns:a="http://schemas.openxmlformats.org/drawingml/2006/main">
              <a:ext uri="{FF2B5EF4-FFF2-40B4-BE49-F238E27FC236}">
                <a16:creationId xmlns:a16="http://schemas.microsoft.com/office/drawing/2014/main" id="{2920F52E-8025-404F-8E29-775AE1F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10325" y="3914775"/>
            <a:ext cx="48482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de_line_36_9">
            <a:extLst xmlns:a="http://schemas.openxmlformats.org/drawingml/2006/main">
              <a:ext uri="{FF2B5EF4-FFF2-40B4-BE49-F238E27FC236}">
                <a16:creationId xmlns:a16="http://schemas.microsoft.com/office/drawing/2014/main" id="{1BEFB0D7-2981-423C-81C4-D2E56A26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90525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while (true)</a:t>
            </a:r>
          </a:p>
        </p:txBody>
      </p:sp>
      <p:sp>
        <p:nvSpPr>
          <p:cNvPr id="24" name="code_line_36_10">
            <a:extLst xmlns:a="http://schemas.openxmlformats.org/drawingml/2006/main">
              <a:ext uri="{FF2B5EF4-FFF2-40B4-BE49-F238E27FC236}">
                <a16:creationId xmlns:a16="http://schemas.microsoft.com/office/drawing/2014/main" id="{DDA4C87C-3FBA-4CE4-862D-F18EDC6C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4337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if (node-&gt;left) node = node-&gt;left;</a:t>
            </a:r>
          </a:p>
        </p:txBody>
      </p:sp>
      <p:sp>
        <p:nvSpPr>
          <p:cNvPr id="25" name="code_line_36_11">
            <a:extLst xmlns:a="http://schemas.openxmlformats.org/drawingml/2006/main">
              <a:ext uri="{FF2B5EF4-FFF2-40B4-BE49-F238E27FC236}">
                <a16:creationId xmlns:a16="http://schemas.microsoft.com/office/drawing/2014/main" id="{6591F82F-6752-482C-B6EC-A9F2CAF0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381500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else if (node-&gt;right) node = node-&gt;right;</a:t>
            </a:r>
          </a:p>
        </p:txBody>
      </p:sp>
      <p:sp>
        <p:nvSpPr>
          <p:cNvPr id="26" name="code_line_36_12">
            <a:extLst xmlns:a="http://schemas.openxmlformats.org/drawingml/2006/main">
              <a:ext uri="{FF2B5EF4-FFF2-40B4-BE49-F238E27FC236}">
                <a16:creationId xmlns:a16="http://schemas.microsoft.com/office/drawing/2014/main" id="{2FD0EDE1-0846-4FDE-A34C-332F29E2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619625"/>
            <a:ext cx="4714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    else return this-&gt;node = node;</a:t>
            </a:r>
          </a:p>
        </p:txBody>
      </p:sp>
    </p:spTree>
    <p:extLst>
      <p:ext uri="{BB962C8B-B14F-4D97-AF65-F5344CB8AC3E}">
        <p14:creationId xmlns:p14="http://schemas.microsoft.com/office/powerpoint/2010/main" val="208093382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7">
            <a:extLst xmlns:a="http://schemas.openxmlformats.org/drawingml/2006/main">
              <a:ext uri="{FF2B5EF4-FFF2-40B4-BE49-F238E27FC236}">
                <a16:creationId xmlns:a16="http://schemas.microsoft.com/office/drawing/2014/main" id="{109F2D63-FB9A-4EAA-8014-D05D9366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11 · 测试</a:t>
            </a:r>
          </a:p>
        </p:txBody>
      </p:sp>
      <p:sp>
        <p:nvSpPr>
          <p:cNvPr id="2" name="heading_37">
            <a:extLst xmlns:a="http://schemas.openxmlformats.org/drawingml/2006/main">
              <a:ext uri="{FF2B5EF4-FFF2-40B4-BE49-F238E27FC236}">
                <a16:creationId xmlns:a16="http://schemas.microsoft.com/office/drawing/2014/main" id="{EF36B305-2B43-49AE-8BC8-420BFA72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39 项测试为什么不是只看最后一句 Tests passed: 100%</a:t>
            </a:r>
          </a:p>
        </p:txBody>
      </p:sp>
      <p:sp>
        <p:nvSpPr>
          <p:cNvPr id="3" name="rule_37">
            <a:extLst xmlns:a="http://schemas.openxmlformats.org/drawingml/2006/main">
              <a:ext uri="{FF2B5EF4-FFF2-40B4-BE49-F238E27FC236}">
                <a16:creationId xmlns:a16="http://schemas.microsoft.com/office/drawing/2014/main" id="{715068ED-2144-42FF-A23D-FE89B871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7">
            <a:extLst xmlns:a="http://schemas.openxmlformats.org/drawingml/2006/main">
              <a:ext uri="{FF2B5EF4-FFF2-40B4-BE49-F238E27FC236}">
                <a16:creationId xmlns:a16="http://schemas.microsoft.com/office/drawing/2014/main" id="{8B36EFBE-B5E1-4365-AB1E-405D6309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question_37_42">
            <a:extLst xmlns:a="http://schemas.openxmlformats.org/drawingml/2006/main">
              <a:ext uri="{FF2B5EF4-FFF2-40B4-BE49-F238E27FC236}">
                <a16:creationId xmlns:a16="http://schemas.microsoft.com/office/drawing/2014/main" id="{A8432A8F-F52A-4FC6-AF30-431C586B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381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固定小树负责命中明确分支</a:t>
            </a:r>
          </a:p>
        </p:txBody>
      </p:sp>
      <p:sp>
        <p:nvSpPr>
          <p:cNvPr id="6" name="reason_bar_37_42">
            <a:extLst xmlns:a="http://schemas.openxmlformats.org/drawingml/2006/main">
              <a:ext uri="{FF2B5EF4-FFF2-40B4-BE49-F238E27FC236}">
                <a16:creationId xmlns:a16="http://schemas.microsoft.com/office/drawing/2014/main" id="{9F2BD507-8A0C-4B58-9140-7C68BB92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7_42">
            <a:extLst xmlns:a="http://schemas.openxmlformats.org/drawingml/2006/main">
              <a:ext uri="{FF2B5EF4-FFF2-40B4-BE49-F238E27FC236}">
                <a16:creationId xmlns:a16="http://schemas.microsoft.com/office/drawing/2014/main" id="{65D39CFD-2376-4F40-B90E-62858DD4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095875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插入案例主动制造叔叔红、折线、直线；删除案例主动制造红兄弟、双侄黑、近侄红、远侄红，并同时准备左右镜像。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这些测试不仅调用 invariant，还比较 toString 的精确树形。哪怕 key 都能找到，只要颜色或父子位置不同，字符串就会暴露差异。</a:t>
            </a:r>
          </a:p>
        </p:txBody>
      </p:sp>
      <p:sp>
        <p:nvSpPr>
          <p:cNvPr id="8" name="question_37_665">
            <a:extLst xmlns:a="http://schemas.openxmlformats.org/drawingml/2006/main">
              <a:ext uri="{FF2B5EF4-FFF2-40B4-BE49-F238E27FC236}">
                <a16:creationId xmlns:a16="http://schemas.microsoft.com/office/drawing/2014/main" id="{AECDA15C-675F-4D3B-86BA-DC05F377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1695450"/>
            <a:ext cx="523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rPr>
              <a:t>随机压力负责组合连续修复</a:t>
            </a:r>
          </a:p>
        </p:txBody>
      </p:sp>
      <p:sp>
        <p:nvSpPr>
          <p:cNvPr id="9" name="reason_bar_37_665">
            <a:extLst xmlns:a="http://schemas.openxmlformats.org/drawingml/2006/main">
              <a:ext uri="{FF2B5EF4-FFF2-40B4-BE49-F238E27FC236}">
                <a16:creationId xmlns:a16="http://schemas.microsoft.com/office/drawing/2014/main" id="{9D050D58-36E4-4F8C-A813-E7FD392D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34125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ason_body_37_665">
            <a:extLst xmlns:a="http://schemas.openxmlformats.org/drawingml/2006/main">
              <a:ext uri="{FF2B5EF4-FFF2-40B4-BE49-F238E27FC236}">
                <a16:creationId xmlns:a16="http://schemas.microsoft.com/office/drawing/2014/main" id="{E6793C27-3815-4545-93CE-91F829D9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62725" y="2419350"/>
            <a:ext cx="49530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固定案例只能覆盖设计者想到的局部。随机插入包含 100 万个元素，用来证明有序性和高度控制没有在大规模下崩坏。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随机删除则每删一个值就检查 invariant，并确认该值确实不存在。这样可以定位第一次破坏性质的操作，而不是只看全部删完后的空树。</a:t>
            </a:r>
          </a:p>
        </p:txBody>
      </p:sp>
      <p:sp>
        <p:nvSpPr>
          <p:cNvPr id="11" name="takeaway_37">
            <a:extLst xmlns:a="http://schemas.openxmlformats.org/drawingml/2006/main">
              <a:ext uri="{FF2B5EF4-FFF2-40B4-BE49-F238E27FC236}">
                <a16:creationId xmlns:a16="http://schemas.microsoft.com/office/drawing/2014/main" id="{0504598F-4235-403B-AE96-070EEF19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本次环境实测：39 / 39 通过；完整测试一次运行约 717.71 ms。</a:t>
            </a:r>
          </a:p>
        </p:txBody>
      </p:sp>
    </p:spTree>
    <p:extLst>
      <p:ext uri="{BB962C8B-B14F-4D97-AF65-F5344CB8AC3E}">
        <p14:creationId xmlns:p14="http://schemas.microsoft.com/office/powerpoint/2010/main" val="6402259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8">
            <a:extLst xmlns:a="http://schemas.openxmlformats.org/drawingml/2006/main">
              <a:ext uri="{FF2B5EF4-FFF2-40B4-BE49-F238E27FC236}">
                <a16:creationId xmlns:a16="http://schemas.microsoft.com/office/drawing/2014/main" id="{716F0AC4-FA50-487F-B170-FBC8B4B0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12 · 局限与扩展</a:t>
            </a:r>
          </a:p>
        </p:txBody>
      </p:sp>
      <p:sp>
        <p:nvSpPr>
          <p:cNvPr id="2" name="heading_38">
            <a:extLst xmlns:a="http://schemas.openxmlformats.org/drawingml/2006/main">
              <a:ext uri="{FF2B5EF4-FFF2-40B4-BE49-F238E27FC236}">
                <a16:creationId xmlns:a16="http://schemas.microsoft.com/office/drawing/2014/main" id="{D7156B89-3BB7-4A16-8E45-7A88525E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DOUBLE_BLACK 使用 (T)0：模板表面通用，实际仍要求 T 能由 0 构造</a:t>
            </a:r>
          </a:p>
        </p:txBody>
      </p:sp>
      <p:sp>
        <p:nvSpPr>
          <p:cNvPr id="3" name="rule_38">
            <a:extLst xmlns:a="http://schemas.openxmlformats.org/drawingml/2006/main">
              <a:ext uri="{FF2B5EF4-FFF2-40B4-BE49-F238E27FC236}">
                <a16:creationId xmlns:a16="http://schemas.microsoft.com/office/drawing/2014/main" id="{9B51D089-D7EC-4A04-806F-3B6A7FF6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8">
            <a:extLst xmlns:a="http://schemas.openxmlformats.org/drawingml/2006/main">
              <a:ext uri="{FF2B5EF4-FFF2-40B4-BE49-F238E27FC236}">
                <a16:creationId xmlns:a16="http://schemas.microsoft.com/office/drawing/2014/main" id="{247A33CA-6FF5-42A7-B143-CCDA0FB1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question_38_42">
            <a:extLst xmlns:a="http://schemas.openxmlformats.org/drawingml/2006/main">
              <a:ext uri="{FF2B5EF4-FFF2-40B4-BE49-F238E27FC236}">
                <a16:creationId xmlns:a16="http://schemas.microsoft.com/office/drawing/2014/main" id="{34621B78-18B5-4EAF-A149-0FFD5DE9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问题不是 0 会不会被画出来</a:t>
            </a:r>
          </a:p>
        </p:txBody>
      </p:sp>
      <p:sp>
        <p:nvSpPr>
          <p:cNvPr id="6" name="reason_bar_38_42">
            <a:extLst xmlns:a="http://schemas.openxmlformats.org/drawingml/2006/main">
              <a:ext uri="{FF2B5EF4-FFF2-40B4-BE49-F238E27FC236}">
                <a16:creationId xmlns:a16="http://schemas.microsoft.com/office/drawing/2014/main" id="{D14D2EB4-4968-4CB4-B4D3-DD2CDDE0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8_42">
            <a:extLst xmlns:a="http://schemas.openxmlformats.org/drawingml/2006/main">
              <a:ext uri="{FF2B5EF4-FFF2-40B4-BE49-F238E27FC236}">
                <a16:creationId xmlns:a16="http://schemas.microsoft.com/office/drawing/2014/main" id="{6847C4F1-3631-47E9-8D24-FE6A14A8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6197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临时双黑节点在修复完成后会被删除，正常情况下用户看不到它的 key。但模板编译时仍然必须能执行 (T)0。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 T 是一个没有整数构造函数的自定义类型，代码甚至无法通过编译。也就是说，RBTree&lt;T&gt; 的接口看起来接受任意可比较类型，删除实现却偷偷增加了“能从 0 构造”的额外约束。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更稳妥的设计是使用统一哨兵 NIL。空叶子不再用 NULL 表示，而是由真实的黑色哨兵节点表示；它可以保存 parent，又不需要伪造业务 key。</a:t>
            </a:r>
          </a:p>
        </p:txBody>
      </p:sp>
      <p:sp>
        <p:nvSpPr>
          <p:cNvPr id="8" name="code_bg_38_680">
            <a:extLst xmlns:a="http://schemas.openxmlformats.org/drawingml/2006/main">
              <a:ext uri="{FF2B5EF4-FFF2-40B4-BE49-F238E27FC236}">
                <a16:creationId xmlns:a16="http://schemas.microsoft.com/office/drawing/2014/main" id="{16308F63-65A7-4247-8792-3A1D163B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1952625"/>
            <a:ext cx="47625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de_line_38_0">
            <a:extLst xmlns:a="http://schemas.openxmlformats.org/drawingml/2006/main">
              <a:ext uri="{FF2B5EF4-FFF2-40B4-BE49-F238E27FC236}">
                <a16:creationId xmlns:a16="http://schemas.microsoft.com/office/drawing/2014/main" id="{DA1F6FA7-3F84-42F4-AC69-126F8CA6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20478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// 当前写法</a:t>
            </a:r>
          </a:p>
        </p:txBody>
      </p:sp>
      <p:sp>
        <p:nvSpPr>
          <p:cNvPr id="10" name="code_hl_38_1">
            <a:extLst xmlns:a="http://schemas.openxmlformats.org/drawingml/2006/main">
              <a:ext uri="{FF2B5EF4-FFF2-40B4-BE49-F238E27FC236}">
                <a16:creationId xmlns:a16="http://schemas.microsoft.com/office/drawing/2014/main" id="{CC6EBE6E-883A-4CE7-A316-1C42F241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2295525"/>
            <a:ext cx="4610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de_line_38_1">
            <a:extLst xmlns:a="http://schemas.openxmlformats.org/drawingml/2006/main">
              <a:ext uri="{FF2B5EF4-FFF2-40B4-BE49-F238E27FC236}">
                <a16:creationId xmlns:a16="http://schemas.microsoft.com/office/drawing/2014/main" id="{7F9FE874-4828-47B9-BF51-D544FA97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2286000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new RBTreeNode((T)0, parent, tree, DOUBLE_BLACK);</a:t>
            </a:r>
          </a:p>
        </p:txBody>
      </p:sp>
      <p:sp>
        <p:nvSpPr>
          <p:cNvPr id="12" name="code_line_38_2">
            <a:extLst xmlns:a="http://schemas.openxmlformats.org/drawingml/2006/main">
              <a:ext uri="{FF2B5EF4-FFF2-40B4-BE49-F238E27FC236}">
                <a16:creationId xmlns:a16="http://schemas.microsoft.com/office/drawing/2014/main" id="{14B7B756-FB6D-4980-8B91-D6CE22E8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252412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code_line_38_3">
            <a:extLst xmlns:a="http://schemas.openxmlformats.org/drawingml/2006/main">
              <a:ext uri="{FF2B5EF4-FFF2-40B4-BE49-F238E27FC236}">
                <a16:creationId xmlns:a16="http://schemas.microsoft.com/office/drawing/2014/main" id="{D0E33387-B7BA-42B0-B769-22022465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2762250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7E7EA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E7E7EA"/>
                </a:solidFill>
                <a:latin typeface="Consolas"/>
                <a:ea typeface="Consolas"/>
                <a:cs typeface="Consolas"/>
              </a:rPr>
              <a:t>// 可扩展方向</a:t>
            </a:r>
          </a:p>
        </p:txBody>
      </p:sp>
      <p:sp>
        <p:nvSpPr>
          <p:cNvPr id="14" name="code_hl_38_4">
            <a:extLst xmlns:a="http://schemas.openxmlformats.org/drawingml/2006/main">
              <a:ext uri="{FF2B5EF4-FFF2-40B4-BE49-F238E27FC236}">
                <a16:creationId xmlns:a16="http://schemas.microsoft.com/office/drawing/2014/main" id="{59CBA648-612B-4976-AF7B-4116A9F4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3009900"/>
            <a:ext cx="4610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de_line_38_4">
            <a:extLst xmlns:a="http://schemas.openxmlformats.org/drawingml/2006/main">
              <a:ext uri="{FF2B5EF4-FFF2-40B4-BE49-F238E27FC236}">
                <a16:creationId xmlns:a16="http://schemas.microsoft.com/office/drawing/2014/main" id="{16A441E3-82A0-459A-BC2C-EC7B1A6C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3000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使用共享或独立 NIL 节点表示空叶子</a:t>
            </a:r>
          </a:p>
        </p:txBody>
      </p:sp>
      <p:sp>
        <p:nvSpPr>
          <p:cNvPr id="16" name="code_hl_38_5">
            <a:extLst xmlns:a="http://schemas.openxmlformats.org/drawingml/2006/main">
              <a:ext uri="{FF2B5EF4-FFF2-40B4-BE49-F238E27FC236}">
                <a16:creationId xmlns:a16="http://schemas.microsoft.com/office/drawing/2014/main" id="{654D1ACC-6FFA-4C4A-BDAC-3D26687E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3248025"/>
            <a:ext cx="4610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ode_line_38_5">
            <a:extLst xmlns:a="http://schemas.openxmlformats.org/drawingml/2006/main">
              <a:ext uri="{FF2B5EF4-FFF2-40B4-BE49-F238E27FC236}">
                <a16:creationId xmlns:a16="http://schemas.microsoft.com/office/drawing/2014/main" id="{1D523A56-B4AE-4642-A51F-7B146511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3238500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NIL-&gt;color = BLACK;</a:t>
            </a:r>
          </a:p>
        </p:txBody>
      </p:sp>
      <p:sp>
        <p:nvSpPr>
          <p:cNvPr id="18" name="code_hl_38_6">
            <a:extLst xmlns:a="http://schemas.openxmlformats.org/drawingml/2006/main">
              <a:ext uri="{FF2B5EF4-FFF2-40B4-BE49-F238E27FC236}">
                <a16:creationId xmlns:a16="http://schemas.microsoft.com/office/drawing/2014/main" id="{B5962C8D-CB29-438E-A026-781830F1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200" y="3486150"/>
            <a:ext cx="4610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636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code_line_38_6">
            <a:extLst xmlns:a="http://schemas.openxmlformats.org/drawingml/2006/main">
              <a:ext uri="{FF2B5EF4-FFF2-40B4-BE49-F238E27FC236}">
                <a16:creationId xmlns:a16="http://schemas.microsoft.com/office/drawing/2014/main" id="{7728B22F-1C19-496B-A006-055C4E72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8925" y="347662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D1BF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D1BF"/>
                </a:solidFill>
                <a:latin typeface="Consolas"/>
                <a:ea typeface="Consolas"/>
                <a:cs typeface="Consolas"/>
              </a:rPr>
              <a:t>NIL-&gt;parent = parent;</a:t>
            </a:r>
          </a:p>
        </p:txBody>
      </p:sp>
      <p:sp>
        <p:nvSpPr>
          <p:cNvPr id="20" name="takeaway_38">
            <a:extLst xmlns:a="http://schemas.openxmlformats.org/drawingml/2006/main">
              <a:ext uri="{FF2B5EF4-FFF2-40B4-BE49-F238E27FC236}">
                <a16:creationId xmlns:a16="http://schemas.microsoft.com/office/drawing/2014/main" id="{9DC6FF72-BC80-4379-AF02-5A88B303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7750" y="59531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真正的模板约束必须写在接口里，而不是藏在某个删除分支中。</a:t>
            </a:r>
          </a:p>
        </p:txBody>
      </p:sp>
    </p:spTree>
    <p:extLst>
      <p:ext uri="{BB962C8B-B14F-4D97-AF65-F5344CB8AC3E}">
        <p14:creationId xmlns:p14="http://schemas.microsoft.com/office/powerpoint/2010/main" val="30227605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ection_39">
            <a:extLst xmlns:a="http://schemas.openxmlformats.org/drawingml/2006/main">
              <a:ext uri="{FF2B5EF4-FFF2-40B4-BE49-F238E27FC236}">
                <a16:creationId xmlns:a16="http://schemas.microsoft.com/office/drawing/2014/main" id="{256741C0-DA91-4745-A3F5-CE519E9F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71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12 · 局限与扩展</a:t>
            </a:r>
          </a:p>
        </p:txBody>
      </p:sp>
      <p:sp>
        <p:nvSpPr>
          <p:cNvPr id="2" name="heading_39">
            <a:extLst xmlns:a="http://schemas.openxmlformats.org/drawingml/2006/main">
              <a:ext uri="{FF2B5EF4-FFF2-40B4-BE49-F238E27FC236}">
                <a16:creationId xmlns:a16="http://schemas.microsoft.com/office/drawing/2014/main" id="{2EADFE0D-2EEA-45CA-8333-F023E136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590550"/>
            <a:ext cx="1128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当前迭代器走后序：如果要接近 std::set，应该怎样改成升序</a:t>
            </a:r>
          </a:p>
        </p:txBody>
      </p:sp>
      <p:sp>
        <p:nvSpPr>
          <p:cNvPr id="3" name="rule_39">
            <a:extLst xmlns:a="http://schemas.openxmlformats.org/drawingml/2006/main">
              <a:ext uri="{FF2B5EF4-FFF2-40B4-BE49-F238E27FC236}">
                <a16:creationId xmlns:a16="http://schemas.microsoft.com/office/drawing/2014/main" id="{46CDB794-3CAF-4EC1-A1FF-3E62CDA0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3525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8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ooter_39">
            <a:extLst xmlns:a="http://schemas.openxmlformats.org/drawingml/2006/main">
              <a:ext uri="{FF2B5EF4-FFF2-40B4-BE49-F238E27FC236}">
                <a16:creationId xmlns:a16="http://schemas.microsoft.com/office/drawing/2014/main" id="{6E15F542-8BCF-40C8-B5E1-8EF337AE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question_39_42">
            <a:extLst xmlns:a="http://schemas.openxmlformats.org/drawingml/2006/main">
              <a:ext uri="{FF2B5EF4-FFF2-40B4-BE49-F238E27FC236}">
                <a16:creationId xmlns:a16="http://schemas.microsoft.com/office/drawing/2014/main" id="{4BDE899D-8447-42E6-9114-2485C3DE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69545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中序 successor 不是简单地把 begin 改成最左节点</a:t>
            </a:r>
          </a:p>
        </p:txBody>
      </p:sp>
      <p:sp>
        <p:nvSpPr>
          <p:cNvPr id="6" name="reason_bar_39_42">
            <a:extLst xmlns:a="http://schemas.openxmlformats.org/drawingml/2006/main">
              <a:ext uri="{FF2B5EF4-FFF2-40B4-BE49-F238E27FC236}">
                <a16:creationId xmlns:a16="http://schemas.microsoft.com/office/drawing/2014/main" id="{75888438-632D-40F1-B7C8-C2726101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305050"/>
            <a:ext cx="66675" cy="3629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ason_body_39_42">
            <a:extLst xmlns:a="http://schemas.openxmlformats.org/drawingml/2006/main">
              <a:ext uri="{FF2B5EF4-FFF2-40B4-BE49-F238E27FC236}">
                <a16:creationId xmlns:a16="http://schemas.microsoft.com/office/drawing/2014/main" id="{D5740C31-57E1-4929-84D7-A141F0E9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419350"/>
            <a:ext cx="561975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begin 的确应该从 root 一路向 left，找到最小 key。但 operator++ 也必须一起更换规则。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当前节点有 right 时，下一个值是右子树中最靠左的节点；当前节点没有 right 时，就沿 parent 向上走，直到找到第一个“当前节点位于其左子树”的祖先，这个祖先才是下一个更大的 key。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如果一路走到 NULL，说明当前节点已经是最大值，迭代器进入 end。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这套规则与后序遍历完全不同，因此不能只改测试期待值，必须把 begin 与 operator++ 当作一组协议一起重写。</a:t>
            </a:r>
          </a:p>
        </p:txBody>
      </p:sp>
      <p:sp>
        <p:nvSpPr>
          <p:cNvPr id="8" name="successor_tree_edge_a_b">
            <a:extLst xmlns:a="http://schemas.openxmlformats.org/drawingml/2006/main">
              <a:ext uri="{FF2B5EF4-FFF2-40B4-BE49-F238E27FC236}">
                <a16:creationId xmlns:a16="http://schemas.microsoft.com/office/drawing/2014/main" id="{505224C5-DE31-404C-8B75-EFF1DE5E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76641">
            <a:off x="7390375" y="2962275"/>
            <a:ext cx="1792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ccessor_tree_edge_a_d">
            <a:extLst xmlns:a="http://schemas.openxmlformats.org/drawingml/2006/main">
              <a:ext uri="{FF2B5EF4-FFF2-40B4-BE49-F238E27FC236}">
                <a16:creationId xmlns:a16="http://schemas.microsoft.com/office/drawing/2014/main" id="{6E6FB3DF-C8F8-4175-8432-E36E1949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23359">
            <a:off x="8533375" y="2962275"/>
            <a:ext cx="1792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uccessor_tree_edge_d_e">
            <a:extLst xmlns:a="http://schemas.openxmlformats.org/drawingml/2006/main">
              <a:ext uri="{FF2B5EF4-FFF2-40B4-BE49-F238E27FC236}">
                <a16:creationId xmlns:a16="http://schemas.microsoft.com/office/drawing/2014/main" id="{3C0C59F1-6FC1-4357-B95C-1B2C9AD9F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48766">
            <a:off x="8968152" y="4343400"/>
            <a:ext cx="149469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ccessor_tree_edge_d_f">
            <a:extLst xmlns:a="http://schemas.openxmlformats.org/drawingml/2006/main">
              <a:ext uri="{FF2B5EF4-FFF2-40B4-BE49-F238E27FC236}">
                <a16:creationId xmlns:a16="http://schemas.microsoft.com/office/drawing/2014/main" id="{BD968CB0-2E66-403F-ABBB-552A8B73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051234">
            <a:off x="9539652" y="4343400"/>
            <a:ext cx="1494697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D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uccessor_tree_a">
            <a:extLst xmlns:a="http://schemas.openxmlformats.org/drawingml/2006/main">
              <a:ext uri="{FF2B5EF4-FFF2-40B4-BE49-F238E27FC236}">
                <a16:creationId xmlns:a16="http://schemas.microsoft.com/office/drawing/2014/main" id="{D06905F9-348E-4532-8158-E64F58CA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0125" y="20478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successor_tree_a_label">
            <a:extLst xmlns:a="http://schemas.openxmlformats.org/drawingml/2006/main">
              <a:ext uri="{FF2B5EF4-FFF2-40B4-BE49-F238E27FC236}">
                <a16:creationId xmlns:a16="http://schemas.microsoft.com/office/drawing/2014/main" id="{9A46BFE0-79DA-45D0-9789-A822FC6F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216217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4" name="successor_tree_b">
            <a:extLst xmlns:a="http://schemas.openxmlformats.org/drawingml/2006/main">
              <a:ext uri="{FF2B5EF4-FFF2-40B4-BE49-F238E27FC236}">
                <a16:creationId xmlns:a16="http://schemas.microsoft.com/office/drawing/2014/main" id="{B27F23C7-47A9-4DB5-A9E4-0F84FC5A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7125" y="3429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successor_tree_b_label">
            <a:extLst xmlns:a="http://schemas.openxmlformats.org/drawingml/2006/main">
              <a:ext uri="{FF2B5EF4-FFF2-40B4-BE49-F238E27FC236}">
                <a16:creationId xmlns:a16="http://schemas.microsoft.com/office/drawing/2014/main" id="{71214926-9D78-4514-869A-CA02C79C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5225" y="3543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successor_tree_d">
            <a:extLst xmlns:a="http://schemas.openxmlformats.org/drawingml/2006/main">
              <a:ext uri="{FF2B5EF4-FFF2-40B4-BE49-F238E27FC236}">
                <a16:creationId xmlns:a16="http://schemas.microsoft.com/office/drawing/2014/main" id="{CEF394D6-63D8-461A-995A-F30F2E4A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63125" y="34290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successor_tree_d_label">
            <a:extLst xmlns:a="http://schemas.openxmlformats.org/drawingml/2006/main">
              <a:ext uri="{FF2B5EF4-FFF2-40B4-BE49-F238E27FC236}">
                <a16:creationId xmlns:a16="http://schemas.microsoft.com/office/drawing/2014/main" id="{A88AF0AE-353F-4B21-836D-182046FD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01225" y="3543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18" name="successor_tree_e">
            <a:extLst xmlns:a="http://schemas.openxmlformats.org/drawingml/2006/main">
              <a:ext uri="{FF2B5EF4-FFF2-40B4-BE49-F238E27FC236}">
                <a16:creationId xmlns:a16="http://schemas.microsoft.com/office/drawing/2014/main" id="{1D562788-1F30-4406-832B-F2B179FA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91625" y="4810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successor_tree_e_label">
            <a:extLst xmlns:a="http://schemas.openxmlformats.org/drawingml/2006/main">
              <a:ext uri="{FF2B5EF4-FFF2-40B4-BE49-F238E27FC236}">
                <a16:creationId xmlns:a16="http://schemas.microsoft.com/office/drawing/2014/main" id="{C92061F0-68CB-41F2-A595-2535092C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29725" y="4924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0" name="successor_tree_f">
            <a:extLst xmlns:a="http://schemas.openxmlformats.org/drawingml/2006/main">
              <a:ext uri="{FF2B5EF4-FFF2-40B4-BE49-F238E27FC236}">
                <a16:creationId xmlns:a16="http://schemas.microsoft.com/office/drawing/2014/main" id="{CE92747F-011E-4E68-8E51-A6B85EDC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34625" y="48101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242A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successor_tree_f_label">
            <a:extLst xmlns:a="http://schemas.openxmlformats.org/drawingml/2006/main">
              <a:ext uri="{FF2B5EF4-FFF2-40B4-BE49-F238E27FC236}">
                <a16:creationId xmlns:a16="http://schemas.microsoft.com/office/drawing/2014/main" id="{70EB885F-F985-49B6-A359-FF9B2DD3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72725" y="4924425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22" name="successor_note">
            <a:extLst xmlns:a="http://schemas.openxmlformats.org/drawingml/2006/main">
              <a:ext uri="{FF2B5EF4-FFF2-40B4-BE49-F238E27FC236}">
                <a16:creationId xmlns:a16="http://schemas.microsoft.com/office/drawing/2014/main" id="{F1031931-3B0F-4A58-A79F-743BAB21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0" y="5619750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86A9A"/>
                </a:solidFill>
                <a:latin typeface="Microsoft YaHei"/>
                <a:ea typeface="Microsoft YaHei"/>
                <a:cs typeface="Microsoft YaHei"/>
              </a:rPr>
              <a:t>10 的 successor：进入右子树 15，再一路向左得到 12</a:t>
            </a:r>
          </a:p>
        </p:txBody>
      </p:sp>
    </p:spTree>
    <p:extLst>
      <p:ext uri="{BB962C8B-B14F-4D97-AF65-F5344CB8AC3E}">
        <p14:creationId xmlns:p14="http://schemas.microsoft.com/office/powerpoint/2010/main" val="123918097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nd_section">
            <a:extLst xmlns:a="http://schemas.openxmlformats.org/drawingml/2006/main">
              <a:ext uri="{FF2B5EF4-FFF2-40B4-BE49-F238E27FC236}">
                <a16:creationId xmlns:a16="http://schemas.microsoft.com/office/drawing/2014/main" id="{65BCC573-5B8A-4137-84F8-2F199B0C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3810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13 · 总结</a:t>
            </a:r>
          </a:p>
        </p:txBody>
      </p:sp>
      <p:sp>
        <p:nvSpPr>
          <p:cNvPr id="2" name="end_title">
            <a:extLst xmlns:a="http://schemas.openxmlformats.org/drawingml/2006/main">
              <a:ext uri="{FF2B5EF4-FFF2-40B4-BE49-F238E27FC236}">
                <a16:creationId xmlns:a16="http://schemas.microsoft.com/office/drawing/2014/main" id="{504A3395-F8A2-45C9-8936-E8393F41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000125"/>
            <a:ext cx="809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最后把整套设计压回一句话</a:t>
            </a:r>
          </a:p>
        </p:txBody>
      </p:sp>
      <p:sp>
        <p:nvSpPr>
          <p:cNvPr id="3" name="question_40_42">
            <a:extLst xmlns:a="http://schemas.openxmlformats.org/drawingml/2006/main">
              <a:ext uri="{FF2B5EF4-FFF2-40B4-BE49-F238E27FC236}">
                <a16:creationId xmlns:a16="http://schemas.microsoft.com/office/drawing/2014/main" id="{36F1A883-A7EF-4A9C-9304-456467B4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952625"/>
            <a:ext cx="714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E3840"/>
                </a:solidFill>
                <a:latin typeface="Microsoft YaHei"/>
                <a:ea typeface="Microsoft YaHei"/>
                <a:cs typeface="Microsoft YaHei"/>
              </a:rPr>
              <a:t>红黑树的代码为什么看起来分支很多？</a:t>
            </a:r>
          </a:p>
        </p:txBody>
      </p:sp>
      <p:sp>
        <p:nvSpPr>
          <p:cNvPr id="4" name="reason_bar_40_42">
            <a:extLst xmlns:a="http://schemas.openxmlformats.org/drawingml/2006/main">
              <a:ext uri="{FF2B5EF4-FFF2-40B4-BE49-F238E27FC236}">
                <a16:creationId xmlns:a16="http://schemas.microsoft.com/office/drawing/2014/main" id="{0105BB8C-2342-461D-BE09-466547BE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2562225"/>
            <a:ext cx="66675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38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ason_body_40_42">
            <a:extLst xmlns:a="http://schemas.openxmlformats.org/drawingml/2006/main">
              <a:ext uri="{FF2B5EF4-FFF2-40B4-BE49-F238E27FC236}">
                <a16:creationId xmlns:a16="http://schemas.microsoft.com/office/drawing/2014/main" id="{A97DBC7D-E46A-466D-81A6-9AACB450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8650" y="2676525"/>
            <a:ext cx="685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因为它在守护的不是某个固定树形，而是三类长期不变量：二叉搜索顺序、红节点约束、所有路径黑高相等。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insert 选择先制造局部红红冲突；remove 选择先把复杂节点转成至多一个孩子，再把黑高亏损做成 DOUBLE_BLACK；旋转只修改最小局部，但必须把内部、外部和反向 parent 全部接回。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EasyX 只负责显示最终结果。真正需要答辩的是后端为什么这样判断、怎样改变局部结构，以及测试怎样证明修复后的树仍然合法。</a:t>
            </a:r>
          </a:p>
        </p:txBody>
      </p:sp>
      <p:sp>
        <p:nvSpPr>
          <p:cNvPr id="6" name="end_qa">
            <a:extLst xmlns:a="http://schemas.openxmlformats.org/drawingml/2006/main">
              <a:ext uri="{FF2B5EF4-FFF2-40B4-BE49-F238E27FC236}">
                <a16:creationId xmlns:a16="http://schemas.microsoft.com/office/drawing/2014/main" id="{45FA1A0E-B1DB-483C-8DBF-F5D8A5B5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29625" y="2857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181C"/>
                </a:solidFill>
                <a:latin typeface="Microsoft YaHei"/>
                <a:ea typeface="Microsoft YaHei"/>
                <a:cs typeface="Microsoft YaHei"/>
              </a:rPr>
              <a:t>Q &amp; A</a:t>
            </a:r>
          </a:p>
        </p:txBody>
      </p:sp>
      <p:sp>
        <p:nvSpPr>
          <p:cNvPr id="7" name="end_hint">
            <a:extLst xmlns:a="http://schemas.openxmlformats.org/drawingml/2006/main">
              <a:ext uri="{FF2B5EF4-FFF2-40B4-BE49-F238E27FC236}">
                <a16:creationId xmlns:a16="http://schemas.microsoft.com/office/drawing/2014/main" id="{F3155028-45E3-46DE-BE85-89960E6D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8125" y="3905250"/>
            <a:ext cx="381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答辩时如果被追问删除，先画 P / S / N / F / DB，</a:t>
            </a:r>
          </a:p>
          <a:p xmlns:a="http://schemas.openxmlformats.org/drawingml/2006/main">
            <a:pPr algn="ctr">
              <a:def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再说当前分支是在“消掉亏损”还是“把亏损向上推”。</a:t>
            </a:r>
          </a:p>
        </p:txBody>
      </p:sp>
      <p:sp>
        <p:nvSpPr>
          <p:cNvPr id="8" name="end_footer">
            <a:extLst xmlns:a="http://schemas.openxmlformats.org/drawingml/2006/main">
              <a:ext uri="{FF2B5EF4-FFF2-40B4-BE49-F238E27FC236}">
                <a16:creationId xmlns:a16="http://schemas.microsoft.com/office/drawing/2014/main" id="{226D5515-2C44-4989-9FC2-C47E2543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58550" y="64389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26C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0647140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2026-06-24T15:09:02.8760000Z</dcterms:created>
  <dcterms:modified xsi:type="dcterms:W3CDTF">2026-06-24T15:09:02.8760000Z</dcterms:modified>
</coreProperties>
</file>